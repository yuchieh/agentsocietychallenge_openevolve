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retrieval_executor.py" TargetMode="External"/><Relationship Id="rId2" Type="http://schemas.openxmlformats.org/officeDocument/2006/relationships/hyperlink" Target="https://github.com/yuchieh/AgentSocietyChallenge_OpenEvolve/blob/facfd59aceddfe0ce7f7499f93af16566d8002c2/src/tools/tool_loader.py" TargetMode="External"/><Relationship Id="rId3" Type="http://schemas.openxmlformats.org/officeDocument/2006/relationships/hyperlink" Target="https://github.com/yuchieh/AgentSocietyChallenge_OpenEvolve/blob/facfd59aceddfe0ce7f7499f93af16566d8002c2/evolvable_tools.py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retrieval_executor.py#L28-L30" TargetMode="External"/><Relationship Id="rId2" Type="http://schemas.openxmlformats.org/officeDocument/2006/relationships/hyperlink" Target="https://github.com/yuchieh/AgentSocietyChallenge_OpenEvolve/blob/facfd59aceddfe0ce7f7499f93af16566d8002c2/src/tools/retrieval_executor.py#L53" TargetMode="External"/><Relationship Id="rId3" Type="http://schemas.openxmlformats.org/officeDocument/2006/relationships/hyperlink" Target="https://github.com/yuchieh/AgentSocietyChallenge_OpenEvolve/blob/facfd59aceddfe0ce7f7499f93af16566d8002c2/src/tools/tool_loader.py#L77-L177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flows/serving_flow.py#L85-L93" TargetMode="External"/><Relationship Id="rId2" Type="http://schemas.openxmlformats.org/officeDocument/2006/relationships/hyperlink" Target="https://github.com/yuchieh/AgentSocietyChallenge_OpenEvolve/blob/facfd59aceddfe0ce7f7499f93af16566d8002c2/src/crews/simulation_crew.py#L42-L50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retrieval_executor.py#L29" TargetMode="External"/><Relationship Id="rId2" Type="http://schemas.openxmlformats.org/officeDocument/2006/relationships/hyperlink" Target="https://github.com/yuchieh/AgentSocietyChallenge_OpenEvolve/blob/facfd59aceddfe0ce7f7499f93af16566d8002c2/src/tools/retrieval_executor.py#L33-L37" TargetMode="External"/><Relationship Id="rId3" Type="http://schemas.openxmlformats.org/officeDocument/2006/relationships/hyperlink" Target="https://github.com/yuchieh/AgentSocietyChallenge_OpenEvolve/blob/facfd59aceddfe0ce7f7499f93af16566d8002c2/src/tools/retrieval_executor.py#L53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retrieval_executor.py#L53" TargetMode="External"/><Relationship Id="rId2" Type="http://schemas.openxmlformats.org/officeDocument/2006/relationships/hyperlink" Target="https://github.com/yuchieh/AgentSocietyChallenge_OpenEvolve/blob/facfd59aceddfe0ce7f7499f93af16566d8002c2/src/tools/retrieval_executor.py#L140" TargetMode="External"/><Relationship Id="rId3" Type="http://schemas.openxmlformats.org/officeDocument/2006/relationships/hyperlink" Target="https://github.com/yuchieh/AgentSocietyChallenge_OpenEvolve/blob/facfd59aceddfe0ce7f7499f93af16566d8002c2/src/flows/serving_flow.py#L90-L99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crews/simulation_crew.py#L14-L30" TargetMode="External"/><Relationship Id="rId2" Type="http://schemas.openxmlformats.org/officeDocument/2006/relationships/hyperlink" Target="https://github.com/yuchieh/AgentSocietyChallenge_OpenEvolve/blob/facfd59aceddfe0ce7f7499f93af16566d8002c2/src/tools/tool_loader.py#L193" TargetMode="External"/><Relationship Id="rId3" Type="http://schemas.openxmlformats.org/officeDocument/2006/relationships/hyperlink" Target="https://github.com/yuchieh/AgentSocietyChallenge_OpenEvolve/blob/facfd59aceddfe0ce7f7499f93af16566d8002c2/src/tools/tool_loader.py#L77" TargetMode="External"/><Relationship Id="rId4" Type="http://schemas.openxmlformats.org/officeDocument/2006/relationships/hyperlink" Target="https://github.com/yuchieh/AgentSocietyChallenge_OpenEvolve/blob/facfd59aceddfe0ce7f7499f93af16566d8002c2/src/tools/tool_loader.py#L106" TargetMode="External"/><Relationship Id="rId5" Type="http://schemas.openxmlformats.org/officeDocument/2006/relationships/hyperlink" Target="https://github.com/yuchieh/AgentSocietyChallenge_OpenEvolve/blob/facfd59aceddfe0ce7f7499f93af16566d8002c2/src/tools/tool_loader.py#L120" TargetMode="External"/><Relationship Id="rId6" Type="http://schemas.openxmlformats.org/officeDocument/2006/relationships/hyperlink" Target="https://github.com/yuchieh/AgentSocietyChallenge_OpenEvolve/blob/facfd59aceddfe0ce7f7499f93af16566d8002c2/src/tools/tool_loader.py#L156" TargetMode="External"/><Relationship Id="rId7" Type="http://schemas.openxmlformats.org/officeDocument/2006/relationships/hyperlink" Target="https://github.com/yuchieh/AgentSocietyChallenge_OpenEvolve/blob/facfd59aceddfe0ce7f7499f93af16566d8002c2/src/tools/tool_loader.py#L60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tool_loader.py#L156-L177" TargetMode="External"/><Relationship Id="rId2" Type="http://schemas.openxmlformats.org/officeDocument/2006/relationships/hyperlink" Target="https://github.com/yuchieh/AgentSocietyChallenge_OpenEvolve/blob/facfd59aceddfe0ce7f7499f93af16566d8002c2/src/tools/tool_loader.py#L226-L238" TargetMode="External"/><Relationship Id="rId3" Type="http://schemas.openxmlformats.org/officeDocument/2006/relationships/hyperlink" Target="https://github.com/yuchieh/AgentSocietyChallenge_OpenEvolve/blob/facfd59aceddfe0ce7f7499f93af16566d8002c2/src/crews/simulation_crew.py#L53-L62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retrieval_executor.py" TargetMode="External"/><Relationship Id="rId2" Type="http://schemas.openxmlformats.org/officeDocument/2006/relationships/hyperlink" Target="https://github.com/yuchieh/AgentSocietyChallenge_OpenEvolve/blob/facfd59aceddfe0ce7f7499f93af16566d8002c2/config/agents_evolving.yaml#L11-L16" TargetMode="External"/><Relationship Id="rId3" Type="http://schemas.openxmlformats.org/officeDocument/2006/relationships/hyperlink" Target="https://github.com/yuchieh/AgentSocietyChallenge_OpenEvolve/blob/facfd59aceddfe0ce7f7499f93af16566d8002c2/src/tools/tool_loader.py" TargetMode="External"/><Relationship Id="rId4" Type="http://schemas.openxmlformats.org/officeDocument/2006/relationships/hyperlink" Target="https://github.com/yuchieh/AgentSocietyChallenge_OpenEvolve/blob/facfd59aceddfe0ce7f7499f93af16566d8002c2/evolvable_tools.py#L18-L58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FAILURE TAXONOMY · 深入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68680" y="2057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 × L2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安全地「用」工具，也安全地「造」工具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起手式——把會崩潰的「LLM 主導工具呼叫」，從進化空間移除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4846320"/>
            <a:ext cx="3291840" cy="731520"/>
          </a:xfrm>
          <a:prstGeom prst="roundRect">
            <a:avLst>
              <a:gd name="adj" fmla="val 12500"/>
            </a:avLst>
          </a:prstGeom>
          <a:solidFill>
            <a:srgbClr val="3A5BA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8463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　安全地用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0" y="4846320"/>
            <a:ext cx="3291840" cy="731520"/>
          </a:xfrm>
          <a:prstGeom prst="roundRect">
            <a:avLst>
              <a:gd name="adj" fmla="val 12500"/>
            </a:avLst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48463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　安全地造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 </a:t>
            </a:r>
            <a:pPr indent="0" marL="0">
              <a:buNone/>
            </a:pPr>
            <a:r>
              <a:rPr lang="en-US" sz="900" u="sng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src/tools/retrieval_executor.py</a:t>
            </a:r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｜ L2 </a:t>
            </a:r>
            <a:pPr indent="0" marL="0">
              <a:buNone/>
            </a:pPr>
            <a:r>
              <a:rPr lang="en-US" sz="900" u="sng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src/tools/tool_loader.py</a:t>
            </a:r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buNone/>
            </a:pPr>
            <a:r>
              <a:rPr lang="en-US" sz="900" u="sng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evolvable_tools.py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設計哲學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共用一招：凍結「邊界」，放開「內容」</a:t>
            </a:r>
            <a:endParaRPr lang="en-US" sz="27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10996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4251960"/>
                <a:gridCol w="42519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L1 · 工具使用策略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L2 · 工具生成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3272E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凍結（安全邊界）</a:t>
                      </a:r>
                      <a:endParaRPr lang="en-US" sz="13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C44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直譯器：ALLOWED_QUERIES + clamp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8A5A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裝載器：四道關卡沙箱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3272E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進化（自由內容）</a:t>
                      </a:r>
                      <a:endParaRPr lang="en-US" sz="13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C44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retrieval_policy：查什麼 / 怎麼取樣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8A5A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evolvable_tools：新的派生計算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3272E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最壞情況</a:t>
                      </a:r>
                      <a:endParaRPr lang="en-US" sz="13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C44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退回預設 policy（永不 raise）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8A5A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靜默丟棄壞工具（不報錯）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10996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52120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安全憲法　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最壞 = 優雅退化，絕不是災難性崩潰。L1 與 L2 都把「凍結的安全骨架」與「自由進化的內容」分開——這就是能放手讓 LLM 進化、又不怕它把自己改崩的關鍵。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retrieval_executor.py:28-30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ALLOWED_*／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:53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clamp ｜ L2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tool_loader.py:77-177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四關卡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· 機制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L1：把工具呼叫從 LLM 手上拿走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40680" cy="3383280"/>
          </a:xfrm>
          <a:prstGeom prst="rect">
            <a:avLst/>
          </a:prstGeom>
          <a:solidFill>
            <a:srgbClr val="F7E9E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4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接線前（會崩）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data_retriever [有 tool]</a:t>
            </a:r>
            <a:endParaRPr lang="en-US" sz="135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50" dirty="0">
                <a:solidFill>
                  <a:srgbClr val="23272E"/>
                </a:solidFill>
              </a:rPr>
              <a:t>  ↓ LLM 用文字格式「主動」呼叫工具 ×4</a:t>
            </a:r>
            <a:endParaRPr lang="en-US" sz="135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50" dirty="0">
                <a:solidFill>
                  <a:srgbClr val="23272E"/>
                </a:solidFill>
              </a:rPr>
              <a:t>  ↓ 整理成 summary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4846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使用者是 LLM——突變一改壞格式就崩。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5440680" cy="3383280"/>
          </a:xfrm>
          <a:prstGeom prst="rect">
            <a:avLst/>
          </a:prstGeom>
          <a:solidFill>
            <a:srgbClr val="E7F2E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接線後（不崩）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83464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serving_flow：crew 啟動前</a:t>
            </a:r>
            <a:endParaRPr lang="en-US" sz="13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23272E"/>
                </a:solidFill>
              </a:rPr>
              <a:t>  ↓ execute_policy() 確定性檢索</a:t>
            </a:r>
            <a:endParaRPr lang="en-US" sz="13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23272E"/>
                </a:solidFill>
              </a:rPr>
              <a:t>  ↓ 結果存成 retrieved_context 注入</a:t>
            </a:r>
            <a:endParaRPr lang="en-US" sz="13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50" b="1" dirty="0">
                <a:solidFill>
                  <a:srgbClr val="2E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data_retriever [無 tool]：只萃取文字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92240" y="4846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沒有任何 agent 在「呼叫工具」——查資料的事交給確定性程式。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57784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精髓：把「會崩潰的部分」移出進化空間，留下「值得進化的部分」（檢索策略 + 萃取 prompt）。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serving_flow.py:85-93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execute_policy→注入 ｜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simulation_crew.py:42-50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data_retriever 無 tools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· 關鍵疑問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白名單寫死了，queries / strategy 進化還有用嗎？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有用。關鍵是分清楚「字母表」與「句子」：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440680" cy="1417320"/>
          </a:xfrm>
          <a:prstGeom prst="rect">
            <a:avLst/>
          </a:prstGeom>
          <a:solidFill>
            <a:srgbClr val="EAF0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1031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E2761"/>
                </a:solidFill>
              </a:rPr>
              <a:t>ALLOWED_QUERIES＝字母表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3272E"/>
                </a:solidFill>
              </a:rPr>
              <a:t>哪些查詢「合法」（4 種）——凍結、不能改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440680" cy="1417320"/>
          </a:xfrm>
          <a:prstGeom prst="rect">
            <a:avLst/>
          </a:prstGeom>
          <a:solidFill>
            <a:srgbClr val="FBF1E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21031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8A5A0B"/>
                </a:solidFill>
              </a:rPr>
              <a:t>retrieval_policy＝句子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3272E"/>
                </a:solidFill>
              </a:rPr>
              <a:t>這次查哪幾種、什麼順序、怎麼取樣、k、截斷——進化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同一組字母 → 不同句子（policy），餵給下游的 context 天差地別：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40680" cy="1417320"/>
          </a:xfrm>
          <a:prstGeom prst="rect">
            <a:avLst/>
          </a:prstGeom>
          <a:solidFill>
            <a:srgbClr val="1118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1148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 A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queries: [user, item, review_by_user]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strategy: recent   k: 15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977640"/>
            <a:ext cx="5440680" cy="1417320"/>
          </a:xfrm>
          <a:prstGeom prst="rect">
            <a:avLst/>
          </a:prstGeom>
          <a:solidFill>
            <a:srgbClr val="1118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41148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 B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queries: [user, review_by_item]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strategy: extreme_ratings   k: 5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562356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進化改的不是「能查什麼」，而是「這次怎麼查」。真正的天花板是資料集（3 張表），不是白名單。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retrieval_executor.py:29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ALLOWED_QUERIES（字母表）·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:33-37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DEFAULT_POLICY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:53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normalize_policy（拼句子）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· 運作邏輯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進化的 policy 怎麼一路影響到最終評分？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16276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2286000"/>
            <a:ext cx="1627632" cy="914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95728"/>
            <a:ext cx="15361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retrieval_policy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（進化的句子）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130552" y="26060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04872" y="2286000"/>
            <a:ext cx="16276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04872" y="2286000"/>
            <a:ext cx="1627632" cy="91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2450592" y="2395728"/>
            <a:ext cx="15361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execute_policy()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凍結直譯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032504" y="26060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06824" y="2286000"/>
            <a:ext cx="16276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06824" y="2286000"/>
            <a:ext cx="1627632" cy="9144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5" name="Text 13"/>
          <p:cNvSpPr/>
          <p:nvPr/>
        </p:nvSpPr>
        <p:spPr>
          <a:xfrm>
            <a:off x="4352544" y="2395728"/>
            <a:ext cx="15361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retrieved_context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34456" y="26060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08776" y="2286000"/>
            <a:ext cx="16276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08776" y="2286000"/>
            <a:ext cx="1627632" cy="9144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9" name="Text 17"/>
          <p:cNvSpPr/>
          <p:nvPr/>
        </p:nvSpPr>
        <p:spPr>
          <a:xfrm>
            <a:off x="6254496" y="2395728"/>
            <a:ext cx="15361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分析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836408" y="26060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0728" y="2286000"/>
            <a:ext cx="16276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10728" y="2286000"/>
            <a:ext cx="1627632" cy="9144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23" name="Text 21"/>
          <p:cNvSpPr/>
          <p:nvPr/>
        </p:nvSpPr>
        <p:spPr>
          <a:xfrm>
            <a:off x="8156448" y="2395728"/>
            <a:ext cx="15361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{stars, review}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738360" y="26060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012680" y="2286000"/>
            <a:ext cx="16276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012680" y="2286000"/>
            <a:ext cx="1627632" cy="91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0" y="2395728"/>
            <a:ext cx="15361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→ 選擇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931920"/>
            <a:ext cx="11109960" cy="960120"/>
          </a:xfrm>
          <a:prstGeom prst="rect">
            <a:avLst/>
          </a:prstGeom>
          <a:solidFill>
            <a:srgbClr val="E7F2E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68680" y="39319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 保護：</a:t>
            </a:r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k=999999 → 50 · 亂掰的 query → 過濾掉 · 整個 policy 爛掉 → 退回預設。永不 raise。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48640" y="5120640"/>
            <a:ext cx="11109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所以好 policy（查得準、取樣對）→ 下游分析更準 → fitness 更高 → 被選中存活；爛 policy 最壞只是退化成 baseline 檢索，不會崩。進化就在這個「安全地形」上探索。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retrieval_executor.py:53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normalize_policy（clamp）·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:140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execute_policy ｜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serving_flow.py:90-99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注入 inputs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· 機制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進化出的工具，經過哪些關卡才到 agent 手上？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2103120"/>
            <a:ext cx="2011680" cy="914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12848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evolvable_tools.py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EVOLVE-BLOCK 內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tool_* 函式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14600" y="246888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88920" y="210312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88920" y="2103120"/>
            <a:ext cx="2011680" cy="9144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2212848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_load_analyst_tools()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 crew 時讀檔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00600" y="246888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74920" y="210312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74920" y="2103120"/>
            <a:ext cx="2011680" cy="91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2212848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load_evolved_tools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四道關卡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086600" y="246888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60920" y="210312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60920" y="2103120"/>
            <a:ext cx="2011680" cy="9144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9" name="Text 17"/>
          <p:cNvSpPr/>
          <p:nvPr/>
        </p:nvSpPr>
        <p:spPr>
          <a:xfrm>
            <a:off x="7406640" y="2212848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包裝成 @tool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docstring→說明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372600" y="246888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646920" y="210312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46920" y="2103120"/>
            <a:ext cx="2011680" cy="9144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23" name="Text 21"/>
          <p:cNvSpPr/>
          <p:nvPr/>
        </p:nvSpPr>
        <p:spPr>
          <a:xfrm>
            <a:off x="9692640" y="2212848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裝給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_analyst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749040"/>
            <a:ext cx="5394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3749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AST 安全掃描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2788920" y="3749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擋 import / open / exec / dunder（整檔否決）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72200" y="3749040"/>
            <a:ext cx="5394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55080" y="3749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簽名約定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412480" y="3749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只認 tool_* + (kit, user_id, item_id)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4590288"/>
            <a:ext cx="5394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31520" y="459028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沙箱試跑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2788920" y="459028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 實跑 5s timeout，壞的靜默丟棄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72200" y="4590288"/>
            <a:ext cx="5394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355080" y="459028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 包裝註冊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412480" y="459028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存活者包成 CrewAI @tool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8640" y="553212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ReadOnlyKit：工具只能 get_user / get_item / get_reviews——碰不到檔案系統、網路、答案。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simulation_crew.py:14-30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_load_analyst_tools ｜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tool_loader.py:193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load_evolved_tools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:77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:106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:120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:156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四關卡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:60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ReadOnlyKit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· 運作邏輯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怎麼「知道」要用這個工具？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86400" cy="3657600"/>
          </a:xfrm>
          <a:prstGeom prst="rect">
            <a:avLst/>
          </a:prstGeom>
          <a:solidFill>
            <a:srgbClr val="EAF0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docstring 共同進化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3272E"/>
                </a:solidFill>
              </a:rPr>
              <a:t>包裝時 docstring → 工具 description → agent 看得到 → 自主決定呼不呼叫。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A5BA0"/>
                </a:solidFill>
              </a:rPr>
              <a:t>因果鏈：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150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docstring 品質 → 呼叫/不呼叫 → 是否進入推理 → fitness → selection → docstring 基因存續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48463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「工具的可被發現性」也受進化壓力——算得準但說明含糊，agent 不呼叫＝零貢獻＝被淘汰。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440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兩個安全設計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560320"/>
            <a:ext cx="4983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E9E6B"/>
                </a:solidFill>
              </a:rPr>
              <a:t>沉默的死基因　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3272E"/>
                </a:solidFill>
              </a:rPr>
              <a:t>壞工具靜默丟棄（5 個壞、3 個剩 2 個照跑），pipeline 永不崩；全失敗就退回空清單，agent 仍能用 retrieved_context 分析。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E9E6B"/>
                </a:solidFill>
              </a:rPr>
              <a:t>裝在「決策點」　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3272E"/>
                </a:solidFill>
              </a:rPr>
              <a:t>工具裝給 analyst（判斷發生的地方），不是 data_retriever——免得把 L1 剛清掉的崩潰風險請回來。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tool_loader.py:156-177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_wrap_as_crewai_tool（docstring→description）·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:226-238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沉默丟棄 ｜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simulation_crew.py:53-62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裝給 analyst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× L2 · 合體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字母表 → 句子 → 新詞：安全地演化出創新工具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109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109728" cy="100584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745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L1：拼新「句子」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0" y="18745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用固定的「字母表」（4 種查詢）拼出新的檢索句子——決定怎麼「用」既有查詢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11109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3017520"/>
            <a:ext cx="109728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175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L2：造新「詞」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40480" y="30175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在固定的資料（3 張表）上發明新的派生分析——憑空「造」出新工具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11109960" cy="960120"/>
          </a:xfrm>
          <a:prstGeom prst="rect">
            <a:avLst/>
          </a:prstGeom>
          <a:solidFill>
            <a:srgbClr val="F1EFE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25196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共同邊界　</a:t>
            </a:r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資料只有 3 張表 → 問題從「無界的程式碼生成」收斂成「有界的特徵工程」——可控、可沙箱、可驗證。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394960"/>
            <a:ext cx="1110996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5394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凍結「邊界」、放開「內容」——這就是為什麼進化能又創新、又安全。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retrieval_executor.py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agents_evolving.yaml:11-16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｜ L2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tool_loader.py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evolvable_tools.py:18-58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L1 × L2 深入：安全地用工具、也安全地造工具</dc:title>
  <dc:subject>PptxGenJS Presentation</dc:subject>
  <dc:creator>AgentSocietyChallenge_OpenEvolve</dc:creator>
  <cp:lastModifiedBy>AgentSocietyChallenge_OpenEvolve</cp:lastModifiedBy>
  <cp:revision>1</cp:revision>
  <dcterms:created xsi:type="dcterms:W3CDTF">2026-06-15T23:44:36Z</dcterms:created>
  <dcterms:modified xsi:type="dcterms:W3CDTF">2026-06-15T23:44:36Z</dcterms:modified>
</cp:coreProperties>
</file>