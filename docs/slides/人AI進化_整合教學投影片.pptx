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115" TargetMode="External"/><Relationship Id="rId2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（正式）·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（種子）｜ OpenEvolve 改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（77 AST / 120 沙箱）· OpenEvolve 在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normalize_policy（clamp）·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協作的起點：先對齊 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動手之前，我（Human）負責讓三方站在同一個 context 上——這是一切協作的地基。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先理解，再動手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5786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「請詳細閱讀並總結這個 Repo」「目前的 block 設置正確嗎」——先講出理解、我確認後才前進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9202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喚回關鍵歷史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786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「怎麼讓 agent 安全進化、不在 tool calling 上崩潰？」——把先前那次崩潰的教訓帶進當下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動手前先對齊狀態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44074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「現在 push 會到哪？」「為什麼這次沒先開 branch？」——不在模糊的前提下執行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3749040"/>
            <a:ext cx="109728" cy="16916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寫進活文件，日後可重建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37960" y="440740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evolution_design_notes 活文件 +「參考我們先前的 design notes」——任何中斷都能用記錄接回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669280"/>
            <a:ext cx="11109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5669280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我扮演 context 的「負責人」：開場對齊、喚回歷史、隨時確認、沉澱成文件——所以任何中斷，都能用記錄重新接上。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三代理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「失敗分類學」＝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與其工具一壞就頭痛醫頭，Claude 先把「工具呼叫會怎麼壞」分門別類成 5 種失敗模式，每一層各配一種防護。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4114800" cy="38404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542032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安全進化、用不同工具、甚至創造新工具，而不在工具呼叫上崩潰？」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938528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938528"/>
            <a:ext cx="91440" cy="566928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3852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76072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18120" y="19385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呼叫工具的文字格式被改壞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2596896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2596896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59689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760720" y="2596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18120" y="259689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參數（query_type）亂填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3255264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255264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2552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760720" y="3255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18120" y="325526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913632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913632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760720" y="3913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818120" y="3913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不知怎麼取樣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46320" y="4572000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4572000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457200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760720" y="45720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818120" y="45720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傳給下一棒的摘要爛掉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285232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好處：進化改壞其中任何一層，最壞只是退化、不是整個崩潰。關鍵洞察——fitness 只告訴你「壞了」，不告訴你「哪裡壞了」；分層才能對症下藥。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ALLOWED_QUERIES/STRATEGIES（凍結）｜ 策略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retrieved_context 注入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四關卡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切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feature_dimensions（8×8）·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（num_islands:3, migration）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那要怎麼跳出局部最優？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跳出不是「再多跑幾代」（那只會把公式越加越複雜）——而是同時動三個旋鈕：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加大 TASKS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對治：fitness 訊號太弱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 evaluate 用更多 task、擴大 train 樣本（資料源有 198 筆，目前只用 5）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70832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48072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島嶼種子多樣化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99432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對治：三島趨同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99432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不同設計哲學各 seed 一島；migration_interval 調長、migration_rate 調低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99432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93024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93024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Shape 22"/>
          <p:cNvSpPr/>
          <p:nvPr/>
        </p:nvSpPr>
        <p:spPr>
          <a:xfrm>
            <a:off x="8394192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839419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70264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啟動工具進化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21624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對治：搜尋空間用盡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421624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evolvable_tools.py 真正進化（＋ n_tools 維度）——給搜尋空間新原料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21624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29200"/>
            <a:ext cx="111099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029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配套（已就緒）：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照妖鏡確認進步是真泛化、MAP-Elites 把 review_generation 當維度保護文字品質。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前兩條治「卡在原地」，第三條給「新方向」。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加 task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openevolve_evaluator.py:115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工具進化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diff_based_evolution:false（full-rewrite 風險）見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）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2026-06-15T23:30:10Z</dcterms:created>
  <dcterms:modified xsi:type="dcterms:W3CDTF">2026-06-15T23:30:10Z</dcterms:modified>
</cp:coreProperties>
</file>