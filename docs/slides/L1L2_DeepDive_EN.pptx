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talk: L1 is about safely USING tools, L2 about safely BUILDING them — both start by taking crash-prone tool calling out of the evolution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shared trick: freeze a safety boundary and let the content evolve freely, so the worst case is always graceful degradation, not a crash.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Before, the LLM called tools and could crash; after, a deterministic executor fetches the data before the crew runs, so no agent calls tools anymore.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with a frozen whitelist, evolution still chooses which queries, in what order, and how to sample — the same alphabet writes infinitely many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policy from declaration through the executor to the final score, and note the clamp that makes any bad policy degrade instead of crash.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four gates an evolved tool must pass — AST scan, signature, sandbox trial, wrap — and that ReadOnlyKit limits it to read-only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decides to call a tool by reading its docstring, so discoverability is under evolutionary pressure; broken tools are silently dropped.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together: L1 composes new sentences, L2 coins new words, both bounded by the dataset — freeze the boundary, free the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" TargetMode="External"/><Relationship Id="rId2" Type="http://schemas.openxmlformats.org/officeDocument/2006/relationships/hyperlink" Target="https://github.com/yuchieh/AgentSocietyChallenge_OpenEvolve/blob/facfd59aceddfe0ce7f7499f93af16566d8002c2/src/tools/tool_loader.py" TargetMode="External"/><Relationship Id="rId3" Type="http://schemas.openxmlformats.org/officeDocument/2006/relationships/hyperlink" Target="https://github.com/yuchieh/AgentSocietyChallenge_OpenEvolve/blob/facfd59aceddfe0ce7f7499f93af16566d8002c2/evolvable_tools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33-L37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3" Type="http://schemas.openxmlformats.org/officeDocument/2006/relationships/hyperlink" Target="https://github.com/yuchieh/AgentSocietyChallenge_OpenEvolve/blob/facfd59aceddfe0ce7f7499f93af16566d8002c2/src/flows/serving_flow.py#L90-L99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crews/simulation_crew.py#L14-L30" TargetMode="External"/><Relationship Id="rId2" Type="http://schemas.openxmlformats.org/officeDocument/2006/relationships/hyperlink" Target="https://github.com/yuchieh/AgentSocietyChallenge_OpenEvolve/blob/facfd59aceddfe0ce7f7499f93af16566d8002c2/src/tools/tool_loader.py#L193" TargetMode="External"/><Relationship Id="rId3" Type="http://schemas.openxmlformats.org/officeDocument/2006/relationships/hyperlink" Target="https://github.com/yuchieh/AgentSocietyChallenge_OpenEvolve/blob/facfd59aceddfe0ce7f7499f93af16566d8002c2/src/tools/tool_loader.py#L77" TargetMode="External"/><Relationship Id="rId4" Type="http://schemas.openxmlformats.org/officeDocument/2006/relationships/hyperlink" Target="https://github.com/yuchieh/AgentSocietyChallenge_OpenEvolve/blob/facfd59aceddfe0ce7f7499f93af16566d8002c2/src/tools/tool_loader.py#L106" TargetMode="External"/><Relationship Id="rId5" Type="http://schemas.openxmlformats.org/officeDocument/2006/relationships/hyperlink" Target="https://github.com/yuchieh/AgentSocietyChallenge_OpenEvolve/blob/facfd59aceddfe0ce7f7499f93af16566d8002c2/src/tools/tool_loader.py#L120" TargetMode="External"/><Relationship Id="rId6" Type="http://schemas.openxmlformats.org/officeDocument/2006/relationships/hyperlink" Target="https://github.com/yuchieh/AgentSocietyChallenge_OpenEvolve/blob/facfd59aceddfe0ce7f7499f93af16566d8002c2/src/tools/tool_loader.py#L156" TargetMode="External"/><Relationship Id="rId7" Type="http://schemas.openxmlformats.org/officeDocument/2006/relationships/hyperlink" Target="https://github.com/yuchieh/AgentSocietyChallenge_OpenEvolve/blob/facfd59aceddfe0ce7f7499f93af16566d8002c2/src/tools/tool_loader.py#L60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56-L177" TargetMode="External"/><Relationship Id="rId2" Type="http://schemas.openxmlformats.org/officeDocument/2006/relationships/hyperlink" Target="https://github.com/yuchieh/AgentSocietyChallenge_OpenEvolve/blob/facfd59aceddfe0ce7f7499f93af16566d8002c2/src/tools/tool_loader.py#L226-L238" TargetMode="External"/><Relationship Id="rId3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hyperlink" Target="https://github.com/yuchieh/AgentSocietyChallenge_OpenEvolve/blob/facfd59aceddfe0ce7f7499f93af16566d8002c2/evolvable_tools.py#L18-L5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FAILURE TAXONOMY · DEEP DIVE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6868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× L2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Safely USE tools — and safely BUILD them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 — take the crash-prone “LLM-driven tool calling” out of the evolution space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14400" y="4846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846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  Safely use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572000" y="4846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4846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   Safely build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src/tools/retrieval_executor.py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｜ L2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PHILOSOPHY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shared move: freeze the “boundary”, free the “content”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4206240"/>
                <a:gridCol w="4206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L1 · Tool-use policy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L2 · Tool generation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Frozen (safety boundary)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C44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Interpreter: ALLOWED_QUERIES + clamp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8A5A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Loader: four-gate sandbox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Evolved (free content)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C44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retrieval_policy: what to fetch / how to sample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8A5A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evolvable_tools: new derived computations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Worst case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C44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 back to default policy (never raises)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8A5A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Silently drop bad tools (no error)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12080"/>
            <a:ext cx="1110996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52120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constitution 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graceful degradation, never a catastrophic crash. Both L1 and L2 separate a frozen safety skeleton from freely-evolving content — that is what lets us hand the LLM freedom to evolve without fear it breaks itself.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ALLOWED_*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clamp ｜ L2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four gates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MECHANISM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L1: Take tool calling out of the LLM’s hands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440680" cy="338328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(crash-prone)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834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[has tool]</a:t>
            </a:r>
            <a:endParaRPr lang="en-US" sz="13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  ↓ LLM actively calls the tool ×4 (text format)</a:t>
            </a:r>
            <a:endParaRPr lang="en-US" sz="13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  ↓ assembles a summary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4846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the LLM — one mutation breaks the format and it crashes.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2011680"/>
            <a:ext cx="5440680" cy="338328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(crash-free)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83464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serving_flow: before the crew starts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 ↓ execute_policy() — deterministic retrieval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 ↓ stored as retrieved_context, injected</a:t>
            </a:r>
            <a:endParaRPr lang="en-US" sz="12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[no tool]: just extracts text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92240" y="4846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“calls tools” anymore — retrieval is done by deterministic code.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essence: move the crash-prone part out of the evolution space; keep what is worth evolving (retrieval strategy + extraction prompt).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execute_policy→inject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has no tools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KEY QUESTION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whitelist is frozen, does evolving queries / strategy matter?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The key is separating the “alphabet” from the “sentence”: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440680" cy="141732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10312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2761"/>
                </a:solidFill>
              </a:rPr>
              <a:t>ALLOWED_QUERIES = the alphabet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Which queries are legal (4 of them) — frozen, can’t change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440680" cy="141732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210312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A5A0B"/>
                </a:solidFill>
              </a:rPr>
              <a:t>retrieval_policy = the sentence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Which to fetch this time, order, sampling, k, truncation — evolved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alphabet → different sentences (policies) → wildly different context downstream: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5440680" cy="14173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1148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A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queries: [user, item, review_by_user]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strategy: recent   k: 15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3977640"/>
            <a:ext cx="5440680" cy="14173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92240" y="41148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B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queries: [user, review_by_item]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strategy: extreme_ratings   k: 5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Evolution changes not “what can be queried” but “how it’s queried this time”. The real ceiling is the dataset (3 tables), not the whitelist.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(alphabet)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:33-37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DEFAULT_POLICY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(compose sentence)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HOW IT WORKS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an evolved policy flow all the way to the final score?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02920" y="2286000"/>
            <a:ext cx="1627632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retrieval_policy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(evolved sentence)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130552" y="26060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404872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404872" y="2286000"/>
            <a:ext cx="1627632" cy="91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2450592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execute_policy()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interpreter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032504" y="26060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306824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06824" y="2286000"/>
            <a:ext cx="1627632" cy="914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6" name="Text 13"/>
          <p:cNvSpPr/>
          <p:nvPr/>
        </p:nvSpPr>
        <p:spPr>
          <a:xfrm>
            <a:off x="4352544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retrieved_context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934456" y="26060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08776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08776" y="2286000"/>
            <a:ext cx="1627632" cy="914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0" name="Text 17"/>
          <p:cNvSpPr/>
          <p:nvPr/>
        </p:nvSpPr>
        <p:spPr>
          <a:xfrm>
            <a:off x="6254496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reasons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36408" y="26060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10728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110728" y="2286000"/>
            <a:ext cx="1627632" cy="914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4" name="Text 21"/>
          <p:cNvSpPr/>
          <p:nvPr/>
        </p:nvSpPr>
        <p:spPr>
          <a:xfrm>
            <a:off x="8156448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{stars, review}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738360" y="26060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0012680" y="2286000"/>
            <a:ext cx="16276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012680" y="2286000"/>
            <a:ext cx="1627632" cy="91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/>
          <p:nvPr/>
        </p:nvSpPr>
        <p:spPr>
          <a:xfrm>
            <a:off x="10058400" y="239572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→ selection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931920"/>
            <a:ext cx="11109960" cy="96012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68680" y="39319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protection:  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k=999999 → 50 · bogus query → filtered out · whole policy garbage → fall back to default. Never raises.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48640" y="512064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good policy (queries the right things, samples right) → better analysis → higher fitness → survives; a bad one at worst degrades to baseline retrieval, never crashes. Evolution explores on this “safe terrain”.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(clamp)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serving_flow.py:90-99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inject inputs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MECHANISM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gates does an evolved tool pass before reaching the agent?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210312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02920" y="2103120"/>
            <a:ext cx="201168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221284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evolvable_tools.py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tool_* fns in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EVOLVE-BLOCK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514600" y="24688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88920" y="210312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88920" y="2103120"/>
            <a:ext cx="2011680" cy="914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9"/>
          <p:cNvSpPr/>
          <p:nvPr/>
        </p:nvSpPr>
        <p:spPr>
          <a:xfrm>
            <a:off x="2834640" y="221284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_load_analyst_tools()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at crew build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800600" y="24688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074920" y="210312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074920" y="2103120"/>
            <a:ext cx="2011680" cy="91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5120640" y="221284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load_evolved_tools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086600" y="24688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360920" y="210312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60920" y="2103120"/>
            <a:ext cx="2011680" cy="914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0" name="Text 17"/>
          <p:cNvSpPr/>
          <p:nvPr/>
        </p:nvSpPr>
        <p:spPr>
          <a:xfrm>
            <a:off x="7406640" y="221284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as @tool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docstring→desc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372600" y="24688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646920" y="210312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646920" y="2103120"/>
            <a:ext cx="2011680" cy="914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4" name="Text 21"/>
          <p:cNvSpPr/>
          <p:nvPr/>
        </p:nvSpPr>
        <p:spPr>
          <a:xfrm>
            <a:off x="9692640" y="221284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_analyst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3749040"/>
            <a:ext cx="5394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3152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AST safety scan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2880360" y="3749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import / open / exec / dunder (reject whole file)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172200" y="3749040"/>
            <a:ext cx="5394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35508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Signature check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503920" y="3749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tool_* + (kit, user_id, item_id)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8640" y="4590288"/>
            <a:ext cx="5394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31520" y="459028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Sandbox trial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288036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a fixture, 5s timeout; bad ones silently dropped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172200" y="4590288"/>
            <a:ext cx="5394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6355080" y="459028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Wrap &amp; register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become CrewAI @tools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48640" y="553212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ReadOnlyKit: tools can only reach get_user / get_item / get_reviews — no filesystem, network, or ground truth.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simulation_crew.py:14-30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_load_analyst_tools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load_evolved_tools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gates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HOW IT WORKS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the agent “know” to use a tool?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48640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co-evolution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56032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At wrap time the docstring becomes the tool description → the agent sees it → autonomously decides whether to call it.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3A5BA0"/>
                </a:solidFill>
              </a:rPr>
              <a:t>Causal chain: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docstring quality → called or not → enters reasoning or not → fitness → selection → docstring gene survives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4800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tool’s “discoverability” is under evolutionary pressure too — accurate but vaguely described → not called → zero contribution → selected out.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safety designs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560320"/>
            <a:ext cx="4983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E9E6B"/>
                </a:solidFill>
              </a:rPr>
              <a:t>Silent dead genes 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Bad tools are silently dropped (5 bad, 3 left, 2 run fine) — pipeline never crashes; if all fail it falls back to an empty list and the agent still reasons from retrieved_context.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E9E6B"/>
                </a:solidFill>
              </a:rPr>
              <a:t>Mounted at the decision point 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Tools go to the analyst (where judgment happens), not data_retriever — so we don’t reintroduce the crash risk L1 just removed.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tool_loader.py:156-177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_wrap_as_crewai_tool (docstring→description)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:226-238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silent drop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attach to analyst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× L2 · TOGETHER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Alphabet → sentence → new word: safely evolving innovative tools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11109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74520"/>
            <a:ext cx="109728" cy="10058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L1: compose new “sentences”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0624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fixed “alphabet” (4 queries) to compose new retrieval sentences — deciding how to USE existing queries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11109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017520"/>
            <a:ext cx="109728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3017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L2: coin new “words”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206240" y="3017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 new derived analyses over the fixed data (3 tables) — BUILDING brand-new tools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4251960"/>
            <a:ext cx="11109960" cy="960120"/>
          </a:xfrm>
          <a:prstGeom prst="rect">
            <a:avLst/>
          </a:prstGeom>
          <a:solidFill>
            <a:srgbClr val="F1EFE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68680" y="42519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boundary   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data tables → the problem narrows from “unbounded code generation” to “bounded feature engineering” — controllable, sandboxable, verifiable.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5394960"/>
            <a:ext cx="1110996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68680" y="5394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Freeze the “boundary”, free the “content” — that is why evolution can be both innovative and safe.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｜ L2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× L2 Deep Dive: Safely Use and Safely Build Tools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2026-06-16T01:04:02Z</dcterms:created>
  <dcterms:modified xsi:type="dcterms:W3CDTF">2026-06-16T01:04:02Z</dcterms:modified>
</cp:coreProperties>
</file>