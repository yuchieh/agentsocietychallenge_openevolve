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evolvable_tools.py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#L1-L44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#L1-L44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5740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Three-Layer AI Collaboration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AI also directs another AI — how I delegate autonomy layer by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475488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75488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75488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754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talk about safe “human + AI + evolution” collaboration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layers map to: Me→config/*.yaml ｜ Claude→src/ + tests/ ｜ OpenEvolve→EVOLVE-BLOCK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unusual collaboration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has three “agents” collaborating — not one person using one tool.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10996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1546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3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A question to sit with:</a:t>
            </a:r>
            <a:endParaRPr lang="en-US" sz="2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you use AI, is it “you + a tool”,</a:t>
            </a:r>
            <a:pPr indent="0" marL="0">
              <a:lnSpc>
                <a:spcPts val="3800"/>
              </a:lnSpc>
              <a:buNone/>
            </a:pPr>
            <a:r>
              <a:rPr lang="en-US" sz="23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“you + a partner that makes its own decisions”?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is the latter — and the partner brings a partner of its own.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agents: Me (decisions) · Claude (builds in src/) · OpenEvolve (mutates inside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learning goals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20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Collaboration architecture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3591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layers · autonomy vs guardrails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Roles &amp; responsibilities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20640" y="23591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/ Claude / OpenEvolve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20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collaboration patterns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15400" y="23591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Transferable to your project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337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Climax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377647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birth of iter22 — and after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337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20640" y="377647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should do what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337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15400" y="377647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 a workflow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" y="48006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want you to take away   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multi-layer AI collaboration architecture · how to set “autonomy vs guardrails” · 5 patterns · one rubric: what I do / delegate to AI / hand to evolution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text: docs/collaboration_workflow_outline.md ｜ Technical details: 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three roles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direction · decide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· gatekeep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building partner (AI)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· verify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· report honestly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OpenEvolve’s LLM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Claude drives (AI)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mutate autonomously · invent tools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evolution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the last two are both AI, yet play completely different roles; I stand at the outermost layer, directing.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Me+Claude write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(production)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(seed) ｜ OpenEvolve edits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Nested layers: a chain of delegated autonomy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/ decisions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0" y="2743200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directs 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/ judgment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26680" y="2743200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directs 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autonomy rises to the right   |   guardrails must rise to the right too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isn’t “me using a tool” — it’s me delegating autonomy down a three-layer chain.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agents_evolving.yaml:1-44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OpenEvolve: architect vs prospector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= the architect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 design · knows “why”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moves · high leverage · explainable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the prospector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Intentionless mutation + selection · knows only “what”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· low leverage · by sheer numbers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Design the space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evolvable scope + guardrails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Explore at scale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crashes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Analyze &amp; adjust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→ fix the frame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Next round: use the findings to adjust the search space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who’s stronger — different species, each filling a gap: Claude designs precisely but can’t blind-search; OpenEvolve blind-searches but doesn’t grasp what it found.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builds the frame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(77 AST / 120 sandbox) · OpenEvolve explores in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layer’s “autonomy vs guardrail”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Layer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Autonomy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Guardrail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I (Human)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decisions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own judgment, domain knowledge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 + analyze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review, git PR flow, honest reporting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mutate + invent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 (clamp / sandbox)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40680"/>
            <a:ext cx="1110996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440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Maxim: the more I let it act autonomously, the stronger the guardrail I build first — “worst case is degradation, not a crash”.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(clamp)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(AST→sandbox→wrap)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collaboration loop: every PR, every experiment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946904" y="1851660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46904" y="1851660"/>
            <a:ext cx="91440" cy="7772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5111496" y="18516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intent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382006" y="2925779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382006" y="2925779"/>
            <a:ext cx="91440" cy="7772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8546598" y="2925779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builds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69914" y="4663741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069914" y="4663741"/>
            <a:ext cx="91440" cy="7772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7234506" y="4663741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23894" y="4663741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823894" y="4663741"/>
            <a:ext cx="91440" cy="77724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6" name="Text 14"/>
          <p:cNvSpPr/>
          <p:nvPr/>
        </p:nvSpPr>
        <p:spPr>
          <a:xfrm>
            <a:off x="2988486" y="4663741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 honestly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511802" y="2925779"/>
            <a:ext cx="2286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511802" y="2925779"/>
            <a:ext cx="91440" cy="7772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1676394" y="2925779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decide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41264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↻</a:t>
            </a:r>
            <a:endParaRPr lang="en-US" sz="5000" dirty="0"/>
          </a:p>
        </p:txBody>
      </p:sp>
      <p:sp>
        <p:nvSpPr>
          <p:cNvPr id="21" name="Text 19"/>
          <p:cNvSpPr/>
          <p:nvPr/>
        </p:nvSpPr>
        <p:spPr>
          <a:xfrm>
            <a:off x="5175504" y="4251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(next intent)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in CLAUDE.md “Git workflow” (main only takes PRs) · landed PRs in docs/evolution_design_notes.md §11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IS WORTH LEARNING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increasingly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“uses other AIs / tools”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4297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is no longer single-layer. I want this project to show: how to safely delegate autonomy, layer by layer.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 goal in docs/evolution_design_notes.md §1 (background &amp; goals)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role: the steering wheel and the brake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83080"/>
            <a:ext cx="3200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direction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0" y="1783080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“optimize every facet of the agent crew”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6974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97480"/>
            <a:ext cx="3200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irreversible calls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2697480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merge, which experiment to run, whether to change the system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6118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611880"/>
            <a:ext cx="3200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&amp; challenge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0" y="3611880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design deeper with questions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526280"/>
            <a:ext cx="109728" cy="7863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526280"/>
            <a:ext cx="3200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Gatekeep the process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114800" y="4526280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insist on the git PR flow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53212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I insist “main only takes PRs” — once Claude forgot to branch, and I corrected it on the spot.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 written in CLAUDE.md “Git workflow: main only takes PR merges, no direct commits”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Claude’s role: implementation and judgment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92808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my intent into code + tests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2642616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328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source to “verify” — don’t trust the docs blindly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3392424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8269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experiments, analyze data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03250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honestly — proactively surface bugs and limits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46304" cy="146304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78231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docs / PRs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48640" y="5577840"/>
            <a:ext cx="1110996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55778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Claude read OpenEvolve’s source and found that “exactly one EVOLVE-BLOCK” is a recommendation, not a hard limit.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Read-the-source finding in docs/evolution_design_notes.md §9 (EVOLVE-BLOCK truth: parse_evolve_blocks is never called)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OpenEvolve’s role: the autonomous explorer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safe frame Claude built, it </a:t>
            </a:r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mutates autonomously</a:t>
            </a:r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evolving the agent prompt, inventing tools, exploring paths.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10996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743200"/>
            <a:ext cx="109728" cy="21945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926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example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evolved a rating formula that splits on user_std into 4 segments — nobody taught it; neither I nor Claude ever wrote it.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“find”, but it doesn’t know what it found — exactly the line between prospector and architect.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Evolution space: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config/agents_evolving.yaml:1-44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(prompt) +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(tools)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complements — none is optional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109728" cy="10972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me (Human)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19202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 / energy to do all the implementation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00400"/>
            <a:ext cx="109728" cy="10972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Claude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63440" y="32004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direction or final judgment; makes irreversible mistakes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11109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480560"/>
            <a:ext cx="109728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4805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OpenEvolve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44805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itself (the earlier run failed 36% of the time)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fills a gap — remove my layer, and there’s no direction.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“earlier run 36% crash → full architecture 0” comparison in docs/evolution_design_notes.md §12.7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PATTERNS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1: questions that deepen the design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41148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good question I asked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“How can an agent safely evolve, use different tools, even create new tools — without crashing on tool calling?”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“fix my bug”, but a design question that pushes deeper.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answer it forced: a failure taxonomy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5146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Instead of try/except, Claude layered it first: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15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 protocol · L2 params · L3 strategy · L4 digestion · L5 contract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→ constitution: graceful degradation, not crash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→ landed: L0 observe + L1 clamp + L2 sandbox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922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  </a:t>
            </a:r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tool-crash rate 36% → 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question beats a good answer — by asking deeper, I turned a quick patch into a transferable layered framework.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5-layer taxonomy docs/evolution_design_notes.md §3 ｜ landed in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PATTERNS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2: honest reporting, catching the bug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Looked perfect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16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endParaRPr lang="en-US" sz="16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0.8452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Pretty score — nobody would suspect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verified proactively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3272E"/>
                </a:solidFill>
              </a:rPr>
              <a:t>Checked </a:t>
            </a:r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agent.tools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3272E"/>
                </a:solidFill>
              </a:rPr>
              <a:t> directly → found </a:t>
            </a:r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3272E"/>
                </a:solidFill>
              </a:rPr>
              <a:t>The tools never attached! Surfaced it + added regression tests.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5120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A healthy score ≠ correct behavior ”   AI’s honesty is the bedrock of collaboration.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Cause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hides it · fix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regression tests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PATTERNS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3: I gatekeep irreversible actions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asks me first, then acts — it never runs irreversible actions on its own.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65176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517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65176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65176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6517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4-hour experiment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38160" y="265176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38160" y="265176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26517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4904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490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system settings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43400" y="37490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374904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37490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new GitHub repo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38160" y="37490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3749040"/>
            <a:ext cx="91440" cy="868680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23" name="Text 21"/>
          <p:cNvSpPr/>
          <p:nvPr/>
        </p:nvSpPr>
        <p:spPr>
          <a:xfrm>
            <a:off x="8366760" y="37490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LibreOffice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before creating a repo or installing LibreOffice, Claude asked me first. Gatekeeping the irreversible is my layer’s core job.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in CLAUDE.md “Git workflow” (main only takes PR merges, no direct commits)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PATTERNS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4: complementary human-AI knowledge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fill Claude’s blind spot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4983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didn’t know “closing my Mac’s lid kills background processes” — that’s physical / environmental knowledge.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440680" cy="32004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fills mine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743200"/>
            <a:ext cx="4983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I mentioned it, Claude explained caffeinate and set it up (prevent system sleep but let the screen rest) — that’s tooling detail.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“environmental knowledge” × Claude’s “tooling detail” — complementary; without either, the run won’t finish.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the full 50-iter run finished: docs/evolution_design_notes.md §12.7(b) (nohup detach harness + caffeinate -i -s)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PATTERNS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5: layered delegation of autonomy (the core)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Claude build a safe frame (L0/L1/L2 Failure Taxonomy) for OpenEvolve — only with the frame in place did I dare let go.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frame (earlier run)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of iterations crash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architecture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tool-calling crashes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precondition for delegating autonomy: first build a “worst case is only degradation” guardrail.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guardrails: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 ｜ data §12.7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PATTERNS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patterns · one-page recap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deepen design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0" y="1737360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open question → the failure taxonomy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reporting catches bugs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2633472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surfaced proactively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gatekeep irreversibles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0" y="3529584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new repo — ask before acting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Complementary knowledge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0" y="4425696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environment sense × Claude’s tooling detail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931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delegation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0" y="5321808"/>
            <a:ext cx="6035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guardrails first, then let it evolve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Which pattern could you use in your own project tomorrow?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five-pattern version in docs/collaboration_workflow_outline.md (Part 3)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CLIMAX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layers collaborate to produce one evolved artifact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to run 50 iters on the full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architecture; set caffeinate to run overnight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192024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92024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945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9748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L0/L1/L2 frame, launched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evolution, detached harness, analyzed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93024" y="192024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92024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945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9748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autonomously evolved iter22’s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“segmented rating formula” (0.842)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109960" cy="173736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formula (excerpt)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Evolution target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· iter22 data docs/evolution_design_notes.md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IS AN EMERGENT PRODUCT OF THREE-LAYER COLLABORATION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194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931920" y="21945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wouldn’t hand-write that formula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3383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931920" y="3383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wouldn’t think of that formula itself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45720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572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457200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the frame, breaks itself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single layer could have done it alone.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Three-layer data docs/evolution_design_notes.md §12.7 (baseline 0.72 → best 0.842, crash rate 16%)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CLIMAX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deeper part: what happened “after” iter22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Claude trace every descendant of iter22 (de559de9) — conclusion: no better offspring appeared after it.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412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06240" y="2377440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4-segment formula → 5, 6 segments, more parameters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337560"/>
            <a:ext cx="109728" cy="8412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37560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Sub-metrics trade off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206240" y="3337560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wobbles, review_generation regresses → score stalls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11109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97680"/>
            <a:ext cx="109728" cy="8412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97680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Islands converge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206240" y="4297680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spreads iter22’s genes across 3 islands → diversity collapses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11109960" cy="11430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Claude’s diagnosis for me: 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is a local optimum. OpenEvolve can “find” it, but “why it’s stuck here and how to escape” is structurally beyond a prospector — it has no concept of “local optimum”.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Island/migration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(num_islands:3, migration_interval/rate) · data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CLIMAX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 “failure” is a shared insight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low-score crashes → I had Claude comb the data for causes: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broken YAML syntax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(full-rewrite risk, bypasses clamp)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(NVIDIA NIM throttling)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Collaboration produces not only successes but shared understanding of failure — both read together across all three layers.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8/50 low-score causes docs/evolution_design_notes.md §12.7(b) · diff_based_evolution:false (full-rewrite) see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REFLECTION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should do what?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(Human) do it myself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· value judgments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decisions · domain/physical knowledge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Delegate to Claude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· verify · analyze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· honest reporting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to evolution (OpenEvolve)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94192" y="30632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exploration &amp; invention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safe frame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split the work by three criteria: reversibility · whether value judgment is needed · size of the search space.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Mapping: Me→config/*.yaml ｜ Claude→src/ + tests/ ｜ evolution→EVOLVE-BLOCK (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REFLECTION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collaboration is going multi-layer — “delegating autonomy” is a new skill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the layer, the stronger the guardrail (worst case is degradation, not a crash)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reporting + human gatekeeping of irreversibles = the safety bedrock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questions drive good design; even failures can be understood together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Back to the opening: is your AI a tool, or a partner?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 docs/evolution_design_notes.md §3 (taxonomy) · §4 (protocol/policy) · §12.7 (data)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product of this project isn’t just a 0.842 agent —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the “human + AI + evolution” safe-collaboration workflow I take home.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docs/collaboration_workflow_outline.md · docs/evolution_design_notes.md · docs/teaching_slides_outline.md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outlines docs/collaboration_workflow_outline.md · docs/teaching_slides_outline.md ｜ technical 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Three-Layer AI Collaboration Workflow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2026-06-16T00:33:48Z</dcterms:created>
  <dcterms:modified xsi:type="dcterms:W3CDTF">2026-06-16T00:33:48Z</dcterms:modified>
</cp:coreProperties>
</file>