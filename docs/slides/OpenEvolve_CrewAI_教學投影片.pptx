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方向</c:v>
                </c:pt>
              </c:strCache>
            </c:strRef>
          </c:tx>
          <c:spPr>
            <a:solidFill>
              <a:srgbClr val="3A5BA0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4.5</c:v>
                </c:pt>
                <c:pt idx="1">
                  <c:v>4.5</c:v>
                </c:pt>
                <c:pt idx="2">
                  <c:v>3.5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4.5</c:v>
                </c:pt>
                <c:pt idx="8">
                  <c:v>2.5</c:v>
                </c:pt>
                <c:pt idx="9">
                  <c:v>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4.5</c:v>
                </c:pt>
                <c:pt idx="1">
                  <c:v>4</c:v>
                </c:pt>
                <c:pt idx="2">
                  <c:v>4.5</c:v>
                </c:pt>
                <c:pt idx="3">
                  <c:v>3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3</c:v>
                </c:pt>
                <c:pt idx="8">
                  <c:v>5</c:v>
                </c:pt>
                <c:pt idx="9">
                  <c:v>2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5"/>
          <c:min val="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新穎性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5.5"/>
          <c:min val="1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可行性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× CREWAI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1031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用 OpenEvolve 進化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Agent Crew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從「會崩潰的 Tool Calling」到「安全可進化的多代理系統」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AgentSociety Challenge · Tool Calling Failure Taxonomy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進入點：config/openevolve_config.yaml · openevolve_evaluator.py · 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背景與問題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競賽任務、CrewAI、OpenEvolve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事故與分類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5 層失效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分層解法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304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過擬合、MAP-Elites、Rate Limit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工程教訓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兩個真 bug、金句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54680"/>
            <a:ext cx="35661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832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結果與展望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7216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數據、全景、未來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80060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   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進化式優化如何套用在 agent 設計 · 5 層失效與防護 · 協議/策略分離 + 優雅退化 · 讓自動優化變可信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全程對照：docs/evolution_design_notes.md（設計與驗證數據的完整記錄）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競賽任務：模擬用戶行為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7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預測某用戶會對某商家給出的 </a:t>
            </a:r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5394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怎麼算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overall_quality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(preference_estimation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+ review_generation) /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preference_estimation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 — 評分準度（1 − 正規化星等 MAE）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review_generation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3272E"/>
                </a:solidFill>
              </a:rPr>
              <a:t> — 文字相似度（情感+情緒+主題）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440680" cy="31089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這兩個分項常此消彼長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「評分超準但文字平庸」 vs 「文字生動但評分偏掉」——後面 #6 會用這個張力做文章。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4480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預測的不是真相，是「這個用戶會怎麼反應」 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openevolve_evaluator.py:96 evaluate() · :106-108 combined_score = overall_quality · :149-151 取分項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基礎架構：CrewAI 三代理流水線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43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4 種資料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77640" y="28346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43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3429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/ 評分習慣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863840" y="28346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918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43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41080" y="3429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Process.sequential — 前一棒的輸出，是後一棒的 context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 的任務：不只進化 prompt 文字，而是優化這條流水線的「各個面向」——工具使用、任務設計、甚至拓撲。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src/crews/simulation_crew.py:42 data_retriever · :53 analyst · :65 behavior_simulator · :89 crew(Process.sequential)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OpenEvolve：用 LLM 進化程式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AlphaEvolve 的開源實作 — 反覆「突變 → 評分 → 選擇」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246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從族群採樣 parent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18211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52044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4904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4340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mutate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49040" y="3246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突變程式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6247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40080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62940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22376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46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 評分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42832" y="283464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281160" y="2468880"/>
            <a:ext cx="25146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0976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95097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0412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3246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保留精英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4480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關鍵元件   </a:t>
            </a:r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核心問題：如何讓系統「自己設計自己」——又不讓它把自己改壞？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config/openevolve_config.yaml:10 max_iterations · :18 diff_based_evolution:false · :71-88 database(islands/MAP-Elites)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個可優化方向（新穎性 × 可行性）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783080"/>
            <a:ext cx="425196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35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今天的主線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35240" y="251460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 確定性檢索 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→ 透過 L1 落地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 Train/Val 切分  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 MAP-Elites 維度  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635240" y="4114800"/>
            <a:ext cx="37947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7635240" y="42976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共同約束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NIM rate limit — v3 進化 </a:t>
            </a:r>
            <a:pPr indent="0" marL="0">
              <a:buNone/>
            </a:pPr>
            <a:r>
              <a:rPr lang="en-US" sz="13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iteration 失敗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。凡能減少 LLM call 的方向都有雙重價值。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§2（10 方向總表）· §10 Rate Limit 五層防護 · openevolve_config.yaml:32 retries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事故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事故現場：進化把系統改崩了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進化中，agent prompt 的突變導致 tool 呼叫失效 → 整條 pipeline 崩潰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7315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468880"/>
            <a:ext cx="352044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366760" y="3611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分數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41148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 iteration 反覆掉到這個地板——工具呼叫一壞，預測流程整個垮掉。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openevolve_evaluator.py:133-137 timeout fallback · :179-184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事故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Calling Failure Taxonomy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109728" cy="786384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916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0" y="16916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格式被改壞 → parser 抓不到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06040"/>
            <a:ext cx="109728" cy="7863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060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97680" y="26060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query_type 亂掰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5204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520440"/>
            <a:ext cx="109728" cy="7863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5204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35204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97680" y="35204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434840"/>
            <a:ext cx="109728" cy="78638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4348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828800" y="44348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297680" y="44348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怎麼取樣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109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5349240"/>
            <a:ext cx="109728" cy="78638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34924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828800" y="534924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297680" y="5349240"/>
            <a:ext cx="7315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結構爛掉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原本只有 L1 有防護（tasks.yaml 凍結），L2–L5 全裸露 — 這張是全場骨架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§3（5 層分類表）· 防護落地：interaction_tool_wrapper.py · retrieval_executor.py · tool_loader.py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關鍵洞察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19456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只告訴你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「壞了」，不告訴你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「哪裡壞了」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這就是為什麼有些突變看似無害，卻造成崩潰——單一純量分數無法做 credit assignment。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§3（關鍵洞察）— 解法是 L0 把盲區變訊號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原則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凍結、機器驗證、程式碼強制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 schema、ReAct 格式、回傳格式、註冊機制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931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4526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「工具被怎麼使用」：查什麼、查多少、何時查、怎麼消化結果、甚至「需要什麼新工具」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　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最壞 = 優雅退化（graceful degradation），絕不是災難性崩潰。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協議：retrieval_executor.py:28-30 ALLOWED_QUERIES/STRATEGIES（凍結）｜策略：config/agents_evolving.yaml:11-16 retrieval_policy（進化）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分層解法：L0 → L1 → L2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67128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965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63040" y="24414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0" y="178308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584448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383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38587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320040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109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8680" y="50017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00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5276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46177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61081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每一層都遵守同一條安全憲法：最壞只是低分，不是崩潰。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 interaction_tool_wrapper.py · L1 retrieval_executor.py · L2 tool_loader.py（皆在 src/tools/）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L0：工具呼叫可觀測性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做了什麼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E2761"/>
                </a:solidFill>
              </a:rPr>
              <a:t>thread-safe 呼叫日誌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每條路徑記錄 (query_type, ok)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E2761"/>
                </a:solidFill>
              </a:rPr>
              <a:t>evaluator 整理成 artifacts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total_calls / coverage / missing_essential …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下一輪突變的 prompt 看得到「missing_essential: [user]」這種診斷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3492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為什麼是地基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L0，L1 的 clamp、L2 的 quarantine 效果全都「看不見」——只能瞎子摸象。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設計重點　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純觀測增量 / env var opt-in — 預設行為逐位元不變。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interaction_tool_wrapper.py:17 _TOOL_CALL_LOG · :21 _record · :26 drain_tool_log ｜ openevolve_evaluator.py:31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L1：把工具呼叫從 LLM 手上拿走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進化端宣告 </a:t>
            </a:r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</a:t>
            </a:r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（查什麼、取樣、截斷）；凍結端 executor 直譯。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37744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606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31089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3272E"/>
                </a:solidFill>
              </a:rPr>
              <a:t>。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k=999999 → 50 · 亂掰 query → 過濾 · 整個爛掉 → 退預設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最壞 = 退化成 baseline 檢索，pipeline 永不崩。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src/tools/retrieval_executor.py:44 _clamp_int · :53 normalize_policy（clamp）· :103 _sample_reviews · :140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最大誤解：白名單 ≠ 沒有進化空間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ALLOWED_QUERIES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FFFFF"/>
                </a:solidFill>
              </a:rPr>
              <a:t> = 字母表（what is permitted）　凍結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FFFFF"/>
                </a:solidFill>
              </a:rPr>
              <a:t> = 用字母拼出的句子（what is chosen）　進化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1109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個字母固定，但能寫出無限多句子。同一個白名單下，不同 policy（查哪些子集、什麼順序、取樣策略、k、截斷）餵給下游的 context 天差地別。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663440"/>
            <a:ext cx="11109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真正的天花板是資料集</a:t>
            </a:r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（只有 user / item / review 三張表），不是白名單——後者只是忠實反映底層資料邊界。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src/tools/retrieval_executor.py:29 ALLOWED_QUERIES（字母表）· :33-37 DEFAULT_POLICY · :53 normalize_policy（拼句子）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src/flows/serving_flow.py:85-93 execute_policy → retrieved_context 注入 ｜ simulation_crew.py:42-50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L2：讓進化發明工具 — 四道關卡沙箱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資料固定（三張表）→「新工具」= 有界特徵工程，不是無界程式生成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834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25786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30358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 逃逸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23774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2834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40880" y="25786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40880" y="30358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41788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46360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2200" y="397764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28232" y="4434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40880" y="41788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0" y="46360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71500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ReadOnlyKit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只暴露 get_user / get_item / get_reviews — 萬流歸宗到唯讀資料，碰不到檔案系統 / 網路 / groundtruth。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src/tools/tool_loader.py:77 ast_safety_scan · :106 signature_ok · :120 trial_run · :156 _wrap_as_crewai_tool · :60 ReadOnlyKit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docstring 共同進化 + 工具裝在「決策點」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docstring 共同進化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docstring 品質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agent 呼叫 / 不呼叫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資訊是否進入推理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combined_score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OpenEvolve selection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72E"/>
                </a:solidFill>
              </a:rPr>
              <a:t>  ↓ 基因存續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5212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「工具的可被發現性」也受進化壓力。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34924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裝給 psychological_analyst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5603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</a:rPr>
              <a:t>資料點 → 決策點 → 輸出點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</a:rPr>
              <a:t>工具裝在「判斷發生的地方」。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83680" y="365760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為何不是 data_retriever？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會把 L1 剛清掉的崩潰風險請回來 · 職責混淆 · 時機太早（還沒分析脈絡）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src/tools/tool_loader.py:156-177 _wrap_as_crewai_tool（docstring→description）· simulation_crew.py:53-62 analyst tools=_load_analyst_tools()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 Train / Val 切分：過擬合照妖鏡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29184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29184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openevolve_evaluator.py:83-84 OPENEVOLVE_TASK_DIR · scripts/validate_holdout.py:25 切 holdout · create_sampled_dataset.py:8 disjoint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#6 MAP-Elites 自訂維度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config/openevolve_config.yaml:85-88 feature_dimensions（8×8）· openevolve_evaluator.py:47-59 _result(extra_metrics) · :174-177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工程教訓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兩個真 bug，一句金句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Bug #1 — 受限沙箱的 __import__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 __import__ 後，連白名單的 import statistics 都失效。縱深防禦要留「安全的門」。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49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Bug #2 — @tool 需要 docstring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combined_score=0.8452 看似完美，但 agent.tools == [] — 工具根本沒裝上。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111099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43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68680" y="5074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tool_loader.py:139-146 _safe_import（bug#1）· :156-177 docstring 轉移（bug#2）· simulation_crew.py:21-30 graceful [] 蓋住失敗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結果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接線前後：穩定性的轉變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109960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703320"/>
                <a:gridCol w="37033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指標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v3（接線前）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L1 接線後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 task LLM 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~7（含 ReAct 來回）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calling 崩潰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多次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tool_use coverage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不穩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穩定 1.0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 rate limit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 次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大幅減少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5216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進化跑：</a:t>
            </a:r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v1 best 0.79 · v3 best 0.64（rate limit 重災）· L1 驗證 0.78 · 單元測試 46 全綠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§12.4（接線前後對照）· §12.3（進化跑歷史）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結果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完成全景 + Key Takeaways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57600" cy="429768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Taxonomy 進度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L0  可觀測性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L1  clamp + 接線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#7  Train-Val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#6  MAP-Elites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L2  工具生成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⬜ Tier C  RagTool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08483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57800" y="182880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434840" y="292608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318211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257800" y="292608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協議/策略分離 + 優雅退化 = 可安全進化的地形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434840" y="402336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427939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4279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7800" y="402336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自動優化要配可信機制（holdout、MAP-Elites）才不自欺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434840" y="5120640"/>
            <a:ext cx="72237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537667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5376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257800" y="5120640"/>
            <a:ext cx="6263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分數健康 ≠ 功能正確；不盡信文件，讀原始碼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docs/evolution_design_notes.md §11（進度與 PR 對照）· §12.7（完整架構數據：baseline 0.72 → best 0.842）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　</a:t>
            </a:r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github.com/yuchieh/AgentSocietyChallenge_OpenEvolve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深入　</a:t>
            </a:r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docs/evolution_design_notes.md · docs/student_integration_guide.md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tests/test_retrieval_executor.py + tests/test_tool_loader.py（46 全綠）· docs/evolution_design_notes.md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用 OpenEvolve 進化 LLM Agent Crew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2026-06-15T12:42:20Z</dcterms:created>
  <dcterms:modified xsi:type="dcterms:W3CDTF">2026-06-15T12:42:20Z</dcterms:modified>
</cp:coreProperties>
</file>