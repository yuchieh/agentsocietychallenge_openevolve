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talk covering both the system we built and the collaboration that built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results: baseline 0.28 to 0.72, best 0.842, tool crashes 36% to zero — by three agents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collaboration story is the shell; the technical taxonomy is the worked case embedded inside.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three players — me, Claude, OpenEvolve — two AI in very different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Autonomy rises inward and guardrails must too — delegation down a three-layer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the architect knows why; OpenEvolve the prospector only knows what — complementary.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layer's autonomy is matched by a guardrail under one constitution: graceful degradation, never a crash.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building, I keep all three on the same context — the bedrock that lets us reconnect after any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the task, the three-agent CrewAI pipeline, and OpenEvolve's mutate-score-select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earlier unprotected run crashed to the 0.35 floor about a third of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seam: my question forced Claude's failure taxonomy — five failure modes, each with its own defense.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principle behind every defense: freeze the protocol, free the policy — like a power socket.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defenses L0/L1/L2; L0 makes every tool call visible so the next mutation can act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clamps illegal values and never raises; the whitelist is the alphabet, the policy the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Wiring turns data_retriever from caller to extractor, removing the crash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sandbox gates let evolution invent tools safely, and docstrings co-evolve for discoverability.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disjoint holdout is the overfitting mirror — a big gap means memorized, not generalized.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two sub-metrics as diversity dimensions to keep extreme specialists alive.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reporting caught it: a 0.84 score hid that the tools never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gatekeep irreversibles, and our knowledge is complementary — environment sense plus tooling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guardrails first, then delegate — 36% crashes became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five collaboration patterns and ask which they'd use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iter22 is an emergent product — my decision, Claude's frame, OpenEvolve's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iter22 it stalled into a local optimum — over-engineering, trade-offs, island convergence.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Escaping isn't more generations; it's three knobs — more tasks, diverse island seeds, tool evolution.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eight crashes became insight: five broken YAML, three rate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rubric by reversibility, whether value judgment is needed, and search-space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Delegating autonomy is a new skill; honesty plus gatekeeping is the bedrock; a healthy score isn't correctness.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 product is a reusable human-plus-AI-plus-evolution workflow.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" TargetMode="External"/><Relationship Id="rId2" Type="http://schemas.openxmlformats.org/officeDocument/2006/relationships/hyperlink" Target="https://github.com/yuchieh/AgentSocietyChallenge_OpenEvolve/blob/facfd59aceddfe0ce7f7499f93af16566d8002c2/config/openevolve_config.yaml" TargetMode="External"/><Relationship Id="rId3" Type="http://schemas.openxmlformats.org/officeDocument/2006/relationships/hyperlink" Target="https://github.com/yuchieh/AgentSocietyChallenge_OpenEvolve/blob/facfd59aceddfe0ce7f7499f93af16566d8002c2/config/agents_evolving.ya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.yaml" TargetMode="External"/><Relationship Id="rId2" Type="http://schemas.openxmlformats.org/officeDocument/2006/relationships/hyperlink" Target="https://github.com/yuchieh/AgentSocietyChallenge_OpenEvolve/blob/facfd59aceddfe0ce7f7499f93af16566d8002c2/config/agents_evolving.yaml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96" TargetMode="External"/><Relationship Id="rId2" Type="http://schemas.openxmlformats.org/officeDocument/2006/relationships/hyperlink" Target="https://github.com/yuchieh/AgentSocietyChallenge_OpenEvolve/blob/facfd59aceddfe0ce7f7499f93af16566d8002c2/openevolve_evaluator.py#L106-L108" TargetMode="External"/><Relationship Id="rId3" Type="http://schemas.openxmlformats.org/officeDocument/2006/relationships/hyperlink" Target="https://github.com/yuchieh/AgentSocietyChallenge_OpenEvolve/blob/facfd59aceddfe0ce7f7499f93af16566d8002c2/src/crews/simulation_crew.py#L42-L89" TargetMode="External"/><Relationship Id="rId4" Type="http://schemas.openxmlformats.org/officeDocument/2006/relationships/hyperlink" Target="https://github.com/yuchieh/AgentSocietyChallenge_OpenEvolve/blob/facfd59aceddfe0ce7f7499f93af16566d8002c2/config/openevolve_config.yaml#L10-L8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openevolve_evaluator.py#L133-L137" TargetMode="External"/><Relationship Id="rId3" Type="http://schemas.openxmlformats.org/officeDocument/2006/relationships/hyperlink" Target="https://github.com/yuchieh/AgentSocietyChallenge_OpenEvolve/blob/facfd59aceddfe0ce7f7499f93af16566d8002c2/openevolve_evaluator.py#L179-L184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#L21" TargetMode="External"/><Relationship Id="rId2" Type="http://schemas.openxmlformats.org/officeDocument/2006/relationships/hyperlink" Target="https://github.com/yuchieh/AgentSocietyChallenge_OpenEvolve/blob/facfd59aceddfe0ce7f7499f93af16566d8002c2/src/tools/interaction_tool_wrapper.py#L26" TargetMode="External"/><Relationship Id="rId3" Type="http://schemas.openxmlformats.org/officeDocument/2006/relationships/hyperlink" Target="https://github.com/yuchieh/AgentSocietyChallenge_OpenEvolve/blob/facfd59aceddfe0ce7f7499f93af16566d8002c2/openevolve_evaluator.py#L3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44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4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77" TargetMode="External"/><Relationship Id="rId2" Type="http://schemas.openxmlformats.org/officeDocument/2006/relationships/hyperlink" Target="https://github.com/yuchieh/AgentSocietyChallenge_OpenEvolve/blob/facfd59aceddfe0ce7f7499f93af16566d8002c2/src/tools/tool_loader.py#L106" TargetMode="External"/><Relationship Id="rId3" Type="http://schemas.openxmlformats.org/officeDocument/2006/relationships/hyperlink" Target="https://github.com/yuchieh/AgentSocietyChallenge_OpenEvolve/blob/facfd59aceddfe0ce7f7499f93af16566d8002c2/src/tools/tool_loader.py#L120" TargetMode="External"/><Relationship Id="rId4" Type="http://schemas.openxmlformats.org/officeDocument/2006/relationships/hyperlink" Target="https://github.com/yuchieh/AgentSocietyChallenge_OpenEvolve/blob/facfd59aceddfe0ce7f7499f93af16566d8002c2/src/tools/tool_loader.py#L156" TargetMode="External"/><Relationship Id="rId5" Type="http://schemas.openxmlformats.org/officeDocument/2006/relationships/hyperlink" Target="https://github.com/yuchieh/AgentSocietyChallenge_OpenEvolve/blob/facfd59aceddfe0ce7f7499f93af16566d8002c2/src/tools/tool_loader.py#L60" TargetMode="External"/><Relationship Id="rId6" Type="http://schemas.openxmlformats.org/officeDocument/2006/relationships/hyperlink" Target="https://github.com/yuchieh/AgentSocietyChallenge_OpenEvolve/blob/facfd59aceddfe0ce7f7499f93af16566d8002c2/src/tools/tool_loader.py#L164" TargetMode="External"/><Relationship Id="rId7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83-L84" TargetMode="External"/><Relationship Id="rId2" Type="http://schemas.openxmlformats.org/officeDocument/2006/relationships/hyperlink" Target="https://github.com/yuchieh/AgentSocietyChallenge_OpenEvolve/blob/facfd59aceddfe0ce7f7499f93af16566d8002c2/scripts/validate_holdout.py#L25" TargetMode="External"/><Relationship Id="rId3" Type="http://schemas.openxmlformats.org/officeDocument/2006/relationships/hyperlink" Target="https://github.com/yuchieh/AgentSocietyChallenge_OpenEvolve/blob/facfd59aceddfe0ce7f7499f93af16566d8002c2/src/utils/create_sampled_dataset.py#L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85-L88" TargetMode="External"/><Relationship Id="rId3" Type="http://schemas.openxmlformats.org/officeDocument/2006/relationships/hyperlink" Target="https://github.com/yuchieh/AgentSocietyChallenge_OpenEvolve/blob/facfd59aceddfe0ce7f7499f93af16566d8002c2/openevolve_evaluator.py#L47-L59" TargetMode="External"/><Relationship Id="rId1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39-L146" TargetMode="External"/><Relationship Id="rId2" Type="http://schemas.openxmlformats.org/officeDocument/2006/relationships/hyperlink" Target="https://github.com/yuchieh/AgentSocietyChallenge_OpenEvolve/blob/facfd59aceddfe0ce7f7499f93af16566d8002c2/src/tools/tool_loader.py#L164" TargetMode="External"/><Relationship Id="rId3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4" Type="http://schemas.openxmlformats.org/officeDocument/2006/relationships/hyperlink" Target="https://github.com/yuchieh/AgentSocietyChallenge_OpenEvolve/blob/facfd59aceddfe0ce7f7499f93af16566d8002c2/tests/test_tool_loader.py#L185-L2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115" TargetMode="External"/><Relationship Id="rId2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evolvable_tools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68680" y="20116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× AI × Evolution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Collaborating to build an agent system that “evolves safely”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1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1440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talk covering both “how the system was built” and “how human + AI collaborated to build it”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entry points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we build?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777240" y="3657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dividend from the deterministic executor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2900" dirty="0"/>
          </a:p>
        </p:txBody>
      </p:sp>
      <p:sp>
        <p:nvSpPr>
          <p:cNvPr id="15" name="Text 12"/>
          <p:cNvSpPr/>
          <p:nvPr/>
        </p:nvSpPr>
        <p:spPr>
          <a:xfrm>
            <a:off x="4599432" y="3657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(evolved to gen 22) grew the rating formula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crashes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2900" dirty="0"/>
          </a:p>
        </p:txBody>
      </p:sp>
      <p:sp>
        <p:nvSpPr>
          <p:cNvPr id="20" name="Text 17"/>
          <p:cNvSpPr/>
          <p:nvPr/>
        </p:nvSpPr>
        <p:spPr>
          <a:xfrm>
            <a:off x="8421624" y="3657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breaking itself to zero tool-calling crashes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no single person wrote it — it’s the work of three agents collaborating: Me + Claude + OpenEvolve.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learning goals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25880" y="19019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Collaboration architecture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325880" y="234086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agents · autonomy vs guardrails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120640" y="19019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the seam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120640" y="234086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breaks itself → failure taxonomy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915400" y="19019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core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915400" y="234086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layered solution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325880" y="32735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mechanisms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1325880" y="371246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120640" y="32735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Collaboration patterns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120640" y="371246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transferable patterns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3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8915400" y="32735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Climax: iter22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915400" y="371246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emergent product of three layers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goals   </a:t>
            </a:r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three-layer collaboration architecture · how to set autonomy/guardrails · understand the failure taxonomy &amp; L0/L1/L2 · 5 patterns · a rubric for what I do / delegate to AI / hand to evolution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thread: the collaboration story is the shell; the technical taxonomy is the worked case embedded inside.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three roles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direction · decide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· gatekeep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99432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building partner (AI)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99432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· verify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· report honestly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OpenEvolve’s LLM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421624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Claude drives (AI)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421624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mutate autonomously · invent tools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evolution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" y="53949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the last two are both AI, yet play completely different roles; I stand at the outermost layer, directing.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Me+Claude write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(production)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(seed) ｜ OpenEvolve edits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Nested layers: a chain of delegated autonomy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3383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/ decisions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840480" y="2743200"/>
            <a:ext cx="77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directs ▶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0"/>
          <p:cNvSpPr/>
          <p:nvPr/>
        </p:nvSpPr>
        <p:spPr>
          <a:xfrm>
            <a:off x="475488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754880" y="3383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/ judgment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26680" y="2743200"/>
            <a:ext cx="77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directs ▶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5"/>
          <p:cNvSpPr/>
          <p:nvPr/>
        </p:nvSpPr>
        <p:spPr>
          <a:xfrm>
            <a:off x="864108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41080" y="3383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autonomy rises to the right   |   guardrails must rise to the right too →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isn’t “me using a tool” — it’s me delegating autonomy down a three-layer chain.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Me→config/*.yaml ｜ Claude→src/tools/ + src/crews/ + src/flows/ ｜ OpenEvolve→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OpenEvolve: architect vs prospector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= the architect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 design · knows “why”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moves · high leverage · explainable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the prospector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37960" y="2423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Intentionless mutation + selection · knows only “what”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· low leverage · by sheer numbers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Design the space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31520" y="4617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evolvable scope + guardrails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61772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Explore at scale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4617720" y="4617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crashes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50392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Analyze &amp; adjust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503920" y="4617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→ fix the frame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48640" y="55321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Next round: use the findings to adjust the search space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48640" y="59436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who’s stronger — different species filling gaps: Claude designs precisely but can’t blind-search; OpenEvolve blind-searches but doesn’t grasp what it found.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builds the frame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(77 AST / 120 sandbox) · OpenEvolve explores in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 autonomy, stronger guardrail + the safety constitution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Layer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Autonomy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Guardrail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I (Human)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decisions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own judgment, domain knowledge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 + analyze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review, git PR flow, honest reporting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mutate + invent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 (clamp / sandbox)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CONSTITUTION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more I let it act autonomously, the stronger the guardrail I build first — “worst case = graceful degradation, never a catastrophic crash”.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Guardrails: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(clamp)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(AST→sandbox→wrap)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collaboration starts: align context first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anything, I (Human) keep all three on the same context — the bedrock of all collaboration.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9202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 first, then act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 &amp; summarize this repo” / “Is the current block set up right?” — I state my understanding, you confirm, then we move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9202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19202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key history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37960" y="256032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can an agent evolve safely without crashing on tool calling?” — carries the earlier crash’s lesson into the present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7490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37490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39136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 state before acting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68680" y="438912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would this push go?” “Why no branch this time?” — never act on a fuzzy premise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17920" y="37490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217920" y="37490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1" name="Text 18"/>
          <p:cNvSpPr/>
          <p:nvPr/>
        </p:nvSpPr>
        <p:spPr>
          <a:xfrm>
            <a:off x="6537960" y="39136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 living doc to rebuild later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37960" y="438912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evolution_design_notes as a living doc + “refer to our earlier design notes” — any interruption can be picked back up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5669280"/>
            <a:ext cx="1110996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68680" y="5669280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act as the “owner” of context: align at the start, recall history, confirm continuously, write it down — so any interruption can be reconnected from the record.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PROBLEM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stage: the task + CrewAI + OpenEvolve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</a:t>
            </a:r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 user’s </a:t>
            </a:r>
            <a:pPr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business   fitness = overall_quality = (rating accuracy + text similarity) / 2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/ extract data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preference · habits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9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{stars, review}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CrewAI pipeline (Process.sequential) — each agent’s output is the next one’s context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repeated “mutate → score → select” with an LLM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archive · island model · EVOLVE-BLOCK markers · combined_score as fitness. Core question: how to let the system “design itself” without breaking itself?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evaluator.py:96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:106-108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fitness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simulation_crew.py:42-89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three agents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PROBLEM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crash site: evolution broke itself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earlier “unprotected” run, a mutation to the agent prompt broke tool calling → the whole flow crashed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score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run hit this floor ~36% of the time — one broken tool call and the prediction flow collapses.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openevolve_evaluator.py:133-137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timeout fallback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:179-184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exception fallback (both return _result(0.0))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SEAM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1: Claude’s “failure taxonomy”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taxonomy = 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patching each broken tool ad hoc, Claude first sorts “how tool calling can break” into 5 failure modes, each with its own defense.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938528"/>
            <a:ext cx="4114800" cy="38404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good question I asked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542032"/>
            <a:ext cx="3703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“How can an agent safely evolve, use different tools, even create new tools — without crashing on tool calling?”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77240" y="51206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“fix my bug”, but a design question that pushes deeper.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46320" y="1938528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938528"/>
            <a:ext cx="91440" cy="566928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0" y="193852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623560" y="193852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 protocol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0100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text format broken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846320" y="2596896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846320" y="2596896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0" y="259689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623560" y="25968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 correctness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01000" y="259689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query_type filled in wrong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46320" y="3255264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846320" y="3255264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0" y="325526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5623560" y="325526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 strategy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001000" y="325526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“skip the query, just guess”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846320" y="3913632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846320" y="3913632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8" name="Text 25"/>
          <p:cNvSpPr/>
          <p:nvPr/>
        </p:nvSpPr>
        <p:spPr>
          <a:xfrm>
            <a:off x="5029200" y="39136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5623560" y="39136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digestion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001000" y="391363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reviews, no idea how to sample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846320" y="4572000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846320" y="4572000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3" name="Text 30"/>
          <p:cNvSpPr/>
          <p:nvPr/>
        </p:nvSpPr>
        <p:spPr>
          <a:xfrm>
            <a:off x="5029200" y="457200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5623560" y="45720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Downstream contract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8001000" y="4572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summary handed on is mangled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46320" y="5285232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Upside: break any one layer and worst case is degradation, not a total crash. Insight — fitness tells you it “broke”, not “where”; layering lets you treat the right thing.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Landed in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SOLUTION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principle: separate protocol from policy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9933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layer — frozen, evolution can’t touch it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a tool is called”: function signature, parameter format, return format, registration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may only query user / item / review” — fixed, nobody can change 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913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layer — freely evolved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68680" y="4407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a tool is used”: which to fetch, how many, when, how to digest, even what new tool is needed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round, query user + review, take 15 each, sort by recency” — let evolution try.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power outlet: the socket shape is the “protocol” (fixed); what you plug in is the “policy” (free) — one shape, infinite uses.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ALLOWED_QUERIES/STRATEGIES (frozen) ｜ Policy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SOLUTION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three-layer solution + L0 observability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417320" y="22951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observability — turn blind spots into signal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417320" y="33467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safely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tool calling away from the LLM → deterministic executor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417320" y="439826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safely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evolution invent new tools — a four-gate sandbox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detail  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call log (query_type, ok) → evaluator rolls it into artifacts → the next mutation’s prompt sees diagnostics like “missing_essential: [user]”. Pure add-on, default behavior unchanged.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interaction_tool_wrapper.py:21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_record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drain_tool_log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openevolve_evaluator.py:31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L1: clamp executor + “a whitelist ≠ no room to evolve”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Project illegal values back into the legal space, </a:t>
            </a:r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2E9E6B"/>
                </a:solidFill>
              </a:rPr>
              <a:t>never raise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. k=999999→50 · bogus query→filtered · all garbage→default.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E8A33D"/>
                </a:solidFill>
              </a:rPr>
              <a:t>Whitelist ≠ no room: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ALLOWED_QUERIES is the “alphabet”, policy is the “sentence”. 26 letters are fixed, yet infinitely many sentences. The real ceiling is the dataset, not the whitelist.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_clamp_int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Wiring: data_retriever from “caller” to “extractor”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[has tool]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LLM calls wrapper ×4 (text format)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assembles a summary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the LLM — the crash-prone kind.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CADCFC"/>
                </a:solidFill>
              </a:rPr>
              <a:t>executor: deterministic retrieval (pre-crew)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 ↓ retrieved_context injected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[no tool]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 ↓ just extracts {retrieved_context}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pure-text task — can’t crash on tool calling.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src/flows/serving_flow.py:85-93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→ inject retrieved_context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has no tools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L2: a four-gate sandbox + docstring co-evolution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safety scan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17320" y="23774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import / open / exec / dunder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check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040880" y="23774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tool_* + (kit, user_id, item_id)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trial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417320" y="37490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timeout; bad tools silently dropped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 &amp; register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040880" y="37490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the description the agent sees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key points 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docstring co-evolution: a vague docstring → the agent won’t call it → zero fitness → selected out; discoverability is under evolutionary pressure. ② Tools mount at the “decision point” psychological_analyst (not data_retriever, so we don’t reintroduce the crash risk L1 just removed). ReadOnlyKit exposes only get_user/get_item/get_reviews.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gates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attach to analyst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TRUST MECHANISMS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 split: the overfitting mirror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78308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“memorizes the answers” — specializes to those train tasks without generalizing. A disjoint holdout catches it.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Overfit (false champion)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gap 0.50 → 🚨 alarm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Generalizes (trustworthy)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gap 0.03 → ✅ really learned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verified, overlap = 0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evaluator.py:83-84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OPENEVOLVE_TASK_DIR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scripts/validate_holdout.py:25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switch to holdout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create_sampled_dataset.py:8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disjoint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TRUST MECHANISMS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MAP-Elites custom dimensions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78308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combined_score squashes two extreme specialists into a mediocre middle. Use the two sub-metrics as diversity dimensions.</a:t>
            </a:r>
            <a:endParaRPr lang="en-US" sz="14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4"/>
          <p:cNvSpPr/>
          <p:nvPr/>
        </p:nvSpPr>
        <p:spPr>
          <a:xfrm>
            <a:off x="6858000" y="2468880"/>
            <a:ext cx="480060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decides who wins (fitness)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only sets coordinates (diversity)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elites across the trade-off frontier and breeds hybrids.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config/openevolve_config.yaml:85-88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feature_dimensions (8×8)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openevolve_evaluator.py:47-59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PATTERNS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2: honest reporting — a healthy score ≠ correct behavior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Looked perfect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Pretty score — nobody would suspect it.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verified proactively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Checked agent.tools directly → found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Two real bugs: _safe_import removed / @tool needs a docstring → graceful [] hid the failure.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A healthy score ≠ correct behavior ”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disguises “tools never attached” as “score looks fine”. Verify the feature itself (the tools list), not just the score.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tool_loader.py:139-146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_safe_import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PATTERNS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Patterns 3 &amp; 4: gatekeep irreversibles + complementary knowledge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I gatekeep irreversible actions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Claude asks me first, then acts: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system settings · new GitHub repo · install LibreOffice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Gatekeeping the irreversible is my layer’s core job.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Complementary human-AI knowledge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92240" y="2697480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b="1" dirty="0">
                <a:solidFill>
                  <a:srgbClr val="2E9E6B"/>
                </a:solidFill>
              </a:rPr>
              <a:t>I fill Claude’s gap: </a:t>
            </a:r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“closing the Mac lid kills background processes” (environment)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b="1" dirty="0">
                <a:solidFill>
                  <a:srgbClr val="3A5BA0"/>
                </a:solidFill>
              </a:rPr>
              <a:t>Claude fills mine: </a:t>
            </a:r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explains caffeinate &amp; sets it up (no sleep, but screen rests) (tooling)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knowledge, complementary — without either, the run won’t finish.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PATTERNS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5: layered delegation of autonomy (the core)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Claude build a safe frame (L0/L1/L2) for OpenEvolve — only with it in place did I dare let go. Back to the safety constitution.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880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Unprotected earlier run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of iterations crash</a:t>
            </a:r>
            <a:endParaRPr lang="en-US" sz="5200" dirty="0"/>
          </a:p>
        </p:txBody>
      </p:sp>
      <p:sp>
        <p:nvSpPr>
          <p:cNvPr id="10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architecture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tool-calling crashes</a:t>
            </a:r>
            <a:endParaRPr lang="en-US" sz="5200" dirty="0"/>
          </a:p>
        </p:txBody>
      </p:sp>
      <p:sp>
        <p:nvSpPr>
          <p:cNvPr id="13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precondition for delegating autonomy: first build a “worst case is only degradation” guardrail.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guardrails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(L0)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(L1)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(L2)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PATTERNS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collaboration patterns · one-page recap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737360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deepen design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0" y="1737360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open question → the failure taxonomy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417320" y="2633472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reporting catches bugs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486400" y="2633472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surfaced proactively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417320" y="3529584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gatekeep irreversibles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0" y="3529584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new repo — ask before acting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417320" y="4425696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Complementary knowledge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486400" y="4425696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environment sense × Claude’s tooling detail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417320" y="5321808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delegation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5486400" y="5321808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guardrails first, then let it evolve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Which pattern could you use in your own project tomorrow?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CLIMAX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iter22: an emergent product of three-layer collaboration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to run 50 iters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caffeinate to run overnight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99432" y="26060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L0/L1/L2 frame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evolution, analyzed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421624" y="26060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evolved iter22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formula (0.842)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" y="43434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formula (excerpt) — nobody taught it; only three-layer collaboration grows it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Evolution target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CLIMAX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deeper part: “after” iter22 — a local optimum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Claude trace every descendant of iter22 — conclusion: no better offspring appeared after it.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23774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023360" y="2377440"/>
            <a:ext cx="7498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4-segment formula → 5, 6 segments, more parameters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2918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Sub-metrics trade off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023360" y="3291840"/>
            <a:ext cx="7498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wobbles, review_generation regresses → score stalls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2062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Islands converge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023360" y="4206240"/>
            <a:ext cx="7498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splits the pool into 3 independent “islands”; migration then spreads iter22’s genes across them → diversity collapses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Claude’s diagnosis for me: 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is a local optimum. OpenEvolve can “find” it, but “why it’s stuck and how to escape” is structurally beyond a prospector — it has no concept of “local optimum”.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Island/migration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(num_islands:3, migration)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CLIMAX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how do you escape the local optimum?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Escaping isn’t “run more generations” (that just over-complicates the formula) — it’s turning three knobs at once: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25880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TASKS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7724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treats: weak fitness signal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7240" y="320040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tasks per evaluate; grow the train set (198 available, only 5 used now)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4480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 to-do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70832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70832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4572000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148072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Diversify island seeds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599432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treats: island convergence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99432" y="320040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each island with a different design philosophy; longer migration_interval, lower migration_rate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99432" y="4480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 to-do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93024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193024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Shape 22"/>
          <p:cNvSpPr/>
          <p:nvPr/>
        </p:nvSpPr>
        <p:spPr>
          <a:xfrm>
            <a:off x="8394192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839419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970264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tool evolution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8421624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treats: search space exhausted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21624" y="320040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evolvable_tools.py truly evolve (+ n_tools dimension) — new raw material for the search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421624" y="4480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 to-do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48640" y="5029200"/>
            <a:ext cx="111099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68680" y="5029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safety net: 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confirms gains are real generalization; MAP-Elites keeps review_generation as a dimension to protect text quality.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First two treat “stuck in place”, the third gives “a new direction”.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more tasks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openevolve_evaluator.py:115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islands/migration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tool evolution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CLIMAX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 “failure” is a shared insight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low-score crashes → I had Claude comb the data for causes: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broken YAML syntax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(full-rewrite risk, bypasses clamp)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(NVIDIA NIM throttling)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Collaboration produces not only successes but shared understanding of failure — both read together across all three layers.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diff_based_evolution:false (full-rewrite risk) see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REFLECTION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should do what?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 do it myself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49808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· value judgments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decisions · domain/physical knowledge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Delegate to Claude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· verify · analyze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· honest reporting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to evolution (OpenEvolve)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394192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exploration &amp; invention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safe frame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split the work by three criteria: reversibility · whether value judgment is needed · size of the search space.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Mapping: Me→config/*.yaml ｜ Claude→src/ + tests/ ｜ evolution→EVOLVE-BLOCK (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REFLECTION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can design agents, but must be stopped from breaking itself → guardrails stronger the deeper you go (worst case = degradation)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Protocol/policy split + graceful degradation = safely-evolvable terrain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reporting + human gatekeeping of irreversibles = the safety bedrock; a healthy score ≠ correct behavior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questions drive good design; even failures can be understood together; don’t trust docs, read the source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Back to the opening: is your AI a tool, or a partner?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· Q &amp; A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9260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product isn’t just a 0.842 agent —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it’s a “human + AI + evolution” safe-collaboration workflow.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10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× AI × Evolution — Building a Safely-Evolvable Agent System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2026-06-16T01:04:02Z</dcterms:created>
  <dcterms:modified xsi:type="dcterms:W3CDTF">2026-06-16T01:04:02Z</dcterms:modified>
</cp:coreProperties>
</file>