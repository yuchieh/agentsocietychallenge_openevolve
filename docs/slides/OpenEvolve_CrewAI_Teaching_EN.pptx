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</c:v>
                </c:pt>
              </c:strCache>
            </c:strRef>
          </c:tx>
          <c:spPr>
            <a:solidFill>
              <a:srgbClr val="3A5BA0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4.5</c:v>
                </c:pt>
                <c:pt idx="1">
                  <c:v>4.5</c:v>
                </c:pt>
                <c:pt idx="2">
                  <c:v>3.5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4.5</c:v>
                </c:pt>
                <c:pt idx="8">
                  <c:v>2.5</c:v>
                </c:pt>
                <c:pt idx="9">
                  <c:v>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4.5</c:v>
                </c:pt>
                <c:pt idx="1">
                  <c:v>4</c:v>
                </c:pt>
                <c:pt idx="2">
                  <c:v>4.5</c:v>
                </c:pt>
                <c:pt idx="3">
                  <c:v>3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3</c:v>
                </c:pt>
                <c:pt idx="8">
                  <c:v>5</c:v>
                </c:pt>
                <c:pt idx="9">
                  <c:v>2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5"/>
          <c:min val="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novelty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5.5"/>
          <c:min val="1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feasibility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" TargetMode="External"/><Relationship Id="rId2" Type="http://schemas.openxmlformats.org/officeDocument/2006/relationships/hyperlink" Target="https://github.com/yuchieh/AgentSocietyChallenge_OpenEvolve/blob/facfd59aceddfe0ce7f7499f93af16566d8002c2/openevolve_evaluator.py" TargetMode="External"/><Relationship Id="rId3" Type="http://schemas.openxmlformats.org/officeDocument/2006/relationships/hyperlink" Target="https://github.com/yuchieh/AgentSocietyChallenge_OpenEvolve/blob/facfd59aceddfe0ce7f7499f93af16566d8002c2/config/agents_evolving.ya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96" TargetMode="External"/><Relationship Id="rId2" Type="http://schemas.openxmlformats.org/officeDocument/2006/relationships/hyperlink" Target="https://github.com/yuchieh/AgentSocietyChallenge_OpenEvolve/blob/facfd59aceddfe0ce7f7499f93af16566d8002c2/openevolve_evaluator.py#L106-L108" TargetMode="External"/><Relationship Id="rId3" Type="http://schemas.openxmlformats.org/officeDocument/2006/relationships/hyperlink" Target="https://github.com/yuchieh/AgentSocietyChallenge_OpenEvolve/blob/facfd59aceddfe0ce7f7499f93af16566d8002c2/openevolve_evaluator.py#L149-L15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crews/simulation_crew.py#L42" TargetMode="External"/><Relationship Id="rId2" Type="http://schemas.openxmlformats.org/officeDocument/2006/relationships/hyperlink" Target="https://github.com/yuchieh/AgentSocietyChallenge_OpenEvolve/blob/facfd59aceddfe0ce7f7499f93af16566d8002c2/src/crews/simulation_crew.py#L53" TargetMode="External"/><Relationship Id="rId3" Type="http://schemas.openxmlformats.org/officeDocument/2006/relationships/hyperlink" Target="https://github.com/yuchieh/AgentSocietyChallenge_OpenEvolve/blob/facfd59aceddfe0ce7f7499f93af16566d8002c2/src/crews/simulation_crew.py#L65" TargetMode="External"/><Relationship Id="rId4" Type="http://schemas.openxmlformats.org/officeDocument/2006/relationships/hyperlink" Target="https://github.com/yuchieh/AgentSocietyChallenge_OpenEvolve/blob/facfd59aceddfe0ce7f7499f93af16566d8002c2/src/crews/simulation_crew.py#L89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config/openevolve_config.yaml#L10" TargetMode="External"/><Relationship Id="rId2" Type="http://schemas.openxmlformats.org/officeDocument/2006/relationships/hyperlink" Target="https://github.com/yuchieh/AgentSocietyChallenge_OpenEvolve/blob/facfd59aceddfe0ce7f7499f93af16566d8002c2/config/openevolve_config.yaml#L18" TargetMode="External"/><Relationship Id="rId3" Type="http://schemas.openxmlformats.org/officeDocument/2006/relationships/hyperlink" Target="https://github.com/yuchieh/AgentSocietyChallenge_OpenEvolve/blob/facfd59aceddfe0ce7f7499f93af16566d8002c2/config/openevolve_config.yaml#L71-L8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config/openevolve_config.yaml#L32" TargetMode="External"/><Relationship Id="rId1" Type="http://schemas.openxmlformats.org/officeDocument/2006/relationships/chart" Target="/ppt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openevolve_evaluator.py#L133-L137" TargetMode="External"/><Relationship Id="rId3" Type="http://schemas.openxmlformats.org/officeDocument/2006/relationships/hyperlink" Target="https://github.com/yuchieh/AgentSocietyChallenge_OpenEvolve/blob/facfd59aceddfe0ce7f7499f93af16566d8002c2/openevolve_evaluator.py#L179-L184" TargetMode="External"/><Relationship Id="rId1" Type="http://schemas.openxmlformats.org/officeDocument/2006/relationships/chart" Target="/ppt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8-L30" TargetMode="External"/><Relationship Id="rId2" Type="http://schemas.openxmlformats.org/officeDocument/2006/relationships/hyperlink" Target="https://github.com/yuchieh/AgentSocietyChallenge_OpenEvolve/blob/facfd59aceddfe0ce7f7499f93af16566d8002c2/config/agents_evolving.yaml#L11-L1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" TargetMode="External"/><Relationship Id="rId2" Type="http://schemas.openxmlformats.org/officeDocument/2006/relationships/hyperlink" Target="https://github.com/yuchieh/AgentSocietyChallenge_OpenEvolve/blob/facfd59aceddfe0ce7f7499f93af16566d8002c2/src/tools/retrieval_executor.py" TargetMode="External"/><Relationship Id="rId3" Type="http://schemas.openxmlformats.org/officeDocument/2006/relationships/hyperlink" Target="https://github.com/yuchieh/AgentSocietyChallenge_OpenEvolve/blob/facfd59aceddfe0ce7f7499f93af16566d8002c2/src/tools/tool_loader.py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interaction_tool_wrapper.py#L17" TargetMode="External"/><Relationship Id="rId2" Type="http://schemas.openxmlformats.org/officeDocument/2006/relationships/hyperlink" Target="https://github.com/yuchieh/AgentSocietyChallenge_OpenEvolve/blob/facfd59aceddfe0ce7f7499f93af16566d8002c2/src/tools/interaction_tool_wrapper.py#L21" TargetMode="External"/><Relationship Id="rId3" Type="http://schemas.openxmlformats.org/officeDocument/2006/relationships/hyperlink" Target="https://github.com/yuchieh/AgentSocietyChallenge_OpenEvolve/blob/facfd59aceddfe0ce7f7499f93af16566d8002c2/src/tools/interaction_tool_wrapper.py#L26" TargetMode="External"/><Relationship Id="rId4" Type="http://schemas.openxmlformats.org/officeDocument/2006/relationships/hyperlink" Target="https://github.com/yuchieh/AgentSocietyChallenge_OpenEvolve/blob/facfd59aceddfe0ce7f7499f93af16566d8002c2/openevolve_evaluator.py#L3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44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103" TargetMode="External"/><Relationship Id="rId4" Type="http://schemas.openxmlformats.org/officeDocument/2006/relationships/hyperlink" Target="https://github.com/yuchieh/AgentSocietyChallenge_OpenEvolve/blob/facfd59aceddfe0ce7f7499f93af16566d8002c2/src/tools/retrieval_executor.py#L140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retrieval_executor.py#L29" TargetMode="External"/><Relationship Id="rId2" Type="http://schemas.openxmlformats.org/officeDocument/2006/relationships/hyperlink" Target="https://github.com/yuchieh/AgentSocietyChallenge_OpenEvolve/blob/facfd59aceddfe0ce7f7499f93af16566d8002c2/src/tools/retrieval_executor.py#L33-L37" TargetMode="External"/><Relationship Id="rId3" Type="http://schemas.openxmlformats.org/officeDocument/2006/relationships/hyperlink" Target="https://github.com/yuchieh/AgentSocietyChallenge_OpenEvolve/blob/facfd59aceddfe0ce7f7499f93af16566d8002c2/src/tools/retrieval_executor.py#L53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flows/serving_flow.py#L85-L93" TargetMode="External"/><Relationship Id="rId2" Type="http://schemas.openxmlformats.org/officeDocument/2006/relationships/hyperlink" Target="https://github.com/yuchieh/AgentSocietyChallenge_OpenEvolve/blob/facfd59aceddfe0ce7f7499f93af16566d8002c2/src/crews/simulation_crew.py#L42-L5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77" TargetMode="External"/><Relationship Id="rId2" Type="http://schemas.openxmlformats.org/officeDocument/2006/relationships/hyperlink" Target="https://github.com/yuchieh/AgentSocietyChallenge_OpenEvolve/blob/facfd59aceddfe0ce7f7499f93af16566d8002c2/src/tools/tool_loader.py#L106" TargetMode="External"/><Relationship Id="rId3" Type="http://schemas.openxmlformats.org/officeDocument/2006/relationships/hyperlink" Target="https://github.com/yuchieh/AgentSocietyChallenge_OpenEvolve/blob/facfd59aceddfe0ce7f7499f93af16566d8002c2/src/tools/tool_loader.py#L120" TargetMode="External"/><Relationship Id="rId4" Type="http://schemas.openxmlformats.org/officeDocument/2006/relationships/hyperlink" Target="https://github.com/yuchieh/AgentSocietyChallenge_OpenEvolve/blob/facfd59aceddfe0ce7f7499f93af16566d8002c2/src/tools/tool_loader.py#L156" TargetMode="External"/><Relationship Id="rId5" Type="http://schemas.openxmlformats.org/officeDocument/2006/relationships/hyperlink" Target="https://github.com/yuchieh/AgentSocietyChallenge_OpenEvolve/blob/facfd59aceddfe0ce7f7499f93af16566d8002c2/src/tools/tool_loader.py#L60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56-L177" TargetMode="External"/><Relationship Id="rId2" Type="http://schemas.openxmlformats.org/officeDocument/2006/relationships/hyperlink" Target="https://github.com/yuchieh/AgentSocietyChallenge_OpenEvolve/blob/facfd59aceddfe0ce7f7499f93af16566d8002c2/src/crews/simulation_crew.py#L53-L6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openevolve_evaluator.py#L83-L84" TargetMode="External"/><Relationship Id="rId2" Type="http://schemas.openxmlformats.org/officeDocument/2006/relationships/hyperlink" Target="https://github.com/yuchieh/AgentSocietyChallenge_OpenEvolve/blob/facfd59aceddfe0ce7f7499f93af16566d8002c2/scripts/validate_holdout.py#L25" TargetMode="External"/><Relationship Id="rId3" Type="http://schemas.openxmlformats.org/officeDocument/2006/relationships/hyperlink" Target="https://github.com/yuchieh/AgentSocietyChallenge_OpenEvolve/blob/facfd59aceddfe0ce7f7499f93af16566d8002c2/src/utils/create_sampled_dataset.py#L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chieh/AgentSocietyChallenge_OpenEvolve/blob/facfd59aceddfe0ce7f7499f93af16566d8002c2/config/openevolve_config.yaml#L85-L88" TargetMode="External"/><Relationship Id="rId3" Type="http://schemas.openxmlformats.org/officeDocument/2006/relationships/hyperlink" Target="https://github.com/yuchieh/AgentSocietyChallenge_OpenEvolve/blob/facfd59aceddfe0ce7f7499f93af16566d8002c2/openevolve_evaluator.py#L47-L59" TargetMode="External"/><Relationship Id="rId4" Type="http://schemas.openxmlformats.org/officeDocument/2006/relationships/hyperlink" Target="https://github.com/yuchieh/AgentSocietyChallenge_OpenEvolve/blob/facfd59aceddfe0ce7f7499f93af16566d8002c2/openevolve_evaluator.py#L174-L177" TargetMode="Externa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src/tools/tool_loader.py#L139-L146" TargetMode="External"/><Relationship Id="rId2" Type="http://schemas.openxmlformats.org/officeDocument/2006/relationships/hyperlink" Target="https://github.com/yuchieh/AgentSocietyChallenge_OpenEvolve/blob/facfd59aceddfe0ce7f7499f93af16566d8002c2/src/tools/tool_loader.py#L156-L177" TargetMode="External"/><Relationship Id="rId3" Type="http://schemas.openxmlformats.org/officeDocument/2006/relationships/hyperlink" Target="https://github.com/yuchieh/AgentSocietyChallenge_OpenEvolve/blob/facfd59aceddfe0ce7f7499f93af16566d8002c2/src/crews/simulation_crew.py#L21-L30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uchieh/AgentSocietyChallenge_OpenEvolve/blob/facfd59aceddfe0ce7f7499f93af16566d8002c2/tests/test_retrieval_executor.py" TargetMode="External"/><Relationship Id="rId2" Type="http://schemas.openxmlformats.org/officeDocument/2006/relationships/hyperlink" Target="https://github.com/yuchieh/AgentSocietyChallenge_OpenEvolve/blob/facfd59aceddfe0ce7f7499f93af16566d8002c2/tests/test_tool_loader.py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× CREWAI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Evolving an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Agent Crew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“crash-prone tool calling” to a “safely evolvable multi-agent system”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AgentSociety Challenge · Tool Calling Failure Taxonomy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points: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learning goals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Task, CrewAI, OpenEvolve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 &amp; taxonomy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layers of tool-calling failure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solution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91540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mechanisms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Overfitting, MAP-Elites, rate limit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9768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lessons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12064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bugs, one maxim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9244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outlook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91540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full picture, future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8006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goals   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evolutionary optimization applies to agent design · 5 failure layers &amp; defenses · protocol/policy split + graceful degradation · making auto-optimization trustworthy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throughout: docs/evolution_design_notes.md (full design &amp; validation record)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task: simulate user behavior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</a:t>
            </a:r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</a:t>
            </a:r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given user would give a given business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5394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fitness is computed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overall_quality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(preference_estimation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+ review_generation) /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preference_estimation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72E"/>
                </a:solidFill>
              </a:rPr>
              <a:t> — rating accuracy (1 − normalized star MAE)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review_generation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72E"/>
                </a:solidFill>
              </a:rPr>
              <a:t> — text similarity (sentiment + emotion + topic)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440680" cy="31089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These two often trade off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“Accurate rating but plain text” vs “vivid text but off rating” — #6 later exploits this tension.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4480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We predict not the truth, but how this user would react 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openevolve_evaluator.py:96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evaluate()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:106-108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combined_score = overall_quality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:149-151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sub-metrics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base: a 3-agent CrewAI pipeline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4 query types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77640" y="28346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727448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preference / habits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863840" y="28346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613648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{stars, review}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Process.sequential — each agent’s output is the next one’s context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OpenEvolve’s job: not just evolve prompt text, but optimize every facet of this pipeline — tool use, task design, even topology.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src/crews/simulation_crew.py:42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analyst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behavior_simulator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:89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crew(Process.sequential)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OpenEvolve: evolving programs with an LLM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take on Google AlphaEvolve — repeated “mutate → score → select”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246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parent from the pool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8211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52044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4904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4340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mutate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49040" y="3246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mutates the program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6247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40080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2940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22376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46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 scores 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94283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28116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0976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95097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041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3246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keeps elites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480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   </a:t>
            </a:r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archive · island model · EVOLVE-BLOCK markers · combined_score as fitness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question: how to let the system “design itself” — without letting it break itself?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config/openevolve_config.yaml:10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max_iterations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diff_based_evolution:false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:71-88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database(islands/MAP-Elites)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directions to optimize (novelty × feasibility)</a:t>
            </a:r>
            <a:endParaRPr lang="en-US" sz="27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783080"/>
            <a:ext cx="425196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35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Today’s main thread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35240" y="25146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 deterministic retrieval  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→ landed via L1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 Train/Val split  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 MAP-Elites dimensions  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635240" y="4114800"/>
            <a:ext cx="37947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7635240" y="42976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constraint  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rate limit — the earlier run had </a:t>
            </a:r>
            <a:pPr indent="0" marL="0">
              <a:buNone/>
            </a:pPr>
            <a:r>
              <a:rPr lang="en-US" sz="13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iterations fail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Anything that cuts LLM calls has double value.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§2 (10 directions) · §10 rate-limit defenses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openevolve_config.yaml:32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retries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INCIDENT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crash site: evolution broke the system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earlier run, a mutation to the agent prompt broke tool calling → the whole pipeline crashed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7315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468880"/>
            <a:ext cx="352044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36676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score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41148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iterations keep hitting this floor — one broken tool call and the whole prediction flow collapses.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openevolve_evaluator.py:133-137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timeout fallback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:179-184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exception fallback (both return _result(0.0))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INCIDENT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Calling Failure Taxonomy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09728" cy="786384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916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 protocol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691640"/>
            <a:ext cx="6583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text format broken → parser misses it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06040"/>
            <a:ext cx="109728" cy="7863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060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 correctness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2606040"/>
            <a:ext cx="6583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query_type made up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520440"/>
            <a:ext cx="109728" cy="7863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5204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828800" y="352044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 strategy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3520440"/>
            <a:ext cx="6583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“skip the query, just guess”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434840"/>
            <a:ext cx="109728" cy="78638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4348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828800" y="443484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digestion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0" y="4434840"/>
            <a:ext cx="6583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sample thousands of reviews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5349240"/>
            <a:ext cx="109728" cy="78638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3492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28800" y="534924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Downstream contract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029200" y="5349240"/>
            <a:ext cx="6583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structure mangled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621792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only ① was protected (tasks.yaml frozen); ②–⑤ were exposed — this is the backbone of the talk (the defenses use L0/L1/L2; don’t confuse them with these 5 layers).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§3 (5-layer table) · defenses: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19456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tells you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“broke” — not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“where it broke”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why some seemingly harmless mutations cause crashes — a single scalar score can’t do credit assignment.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§3 (key insight) — the fix is L0: turn the blind spot into signal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PRINCIPLE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principle: separate protocol from policy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Protocol layer — frozen, machine-verified, code-enforced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a tool is called”: function signature, parameter schema, call format, return format, registration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931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layer — freely evolved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4526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a tool is used”: what to fetch, how much, when, how to digest results, even “what new tool is needed”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constitution  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= graceful degradation, never a catastrophic crash.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Protocol: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retrieval_executor.py:28-30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ALLOWED_QUERIES/STRATEGIES (frozen) ｜ Policy: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config/agents_evolving.yaml:11-16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retrieval_policy (evolved)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solution: L0 → L1 → L2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67128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63040" y="24414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749040" y="1783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observability — turn blind spots into signal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584448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3858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safely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49040" y="320040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tool calling away from the LLM → deterministic executor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8680" y="50017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00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52760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safely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49040" y="461772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evolution invent new tools — a four-gate sandbox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548640" y="61081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obeys the same constitution: worst case is a low score, not a crash.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L1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retrieval_executor.py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L2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(all in src/tools/)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L0: tool-call observability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does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E2761"/>
                </a:solidFill>
              </a:rPr>
              <a:t>thread-safe call log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each path records (query_type, ok)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E2761"/>
                </a:solidFill>
              </a:rPr>
              <a:t>evaluator rolls it up into artifacts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total_calls / coverage / missing_essential 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mutation’s prompt can see diagnostics like “missing_essential: [user]”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3492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it’s the foundation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L0, L1’s clamp and L2’s quarantine are invisible — you’re flying blind.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note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observability add-on / env-var opt-in — default behavior unchanged bit-for-bit.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interaction_tool_wrapper.py:17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_TOOL_CALL_LOG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_record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:26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drain_tool_log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openevolve_evaluator.py:31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L1: take tool calling out of the LLM’s hands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evolution side declares </a:t>
            </a:r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</a:t>
            </a:r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(what to fetch, sampling, truncation); the frozen executor interprets it.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37744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606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31089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Project illegal values back into the legal space,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never raise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k=999999 → 50 · bogus query → filtered · all garbage → default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= degrade to baseline retrieval; the pipeline never crashes.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src/tools/retrieval_executor.py:44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_clamp_int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(clamp)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_sample_reviews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:140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misconception: a whitelist ≠ no room to evolve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ALLOWED_QUERIES</a:t>
            </a:r>
            <a:pPr indent="0" marL="0">
              <a:lnSpc>
                <a:spcPts val="2600"/>
              </a:lnSpc>
              <a:buNone/>
            </a:pPr>
            <a:r>
              <a:rPr lang="en-US" sz="1550" dirty="0">
                <a:solidFill>
                  <a:srgbClr val="FFFFFF"/>
                </a:solidFill>
              </a:rPr>
              <a:t> = the alphabet (what is permitted)   frozen</a:t>
            </a:r>
            <a:endParaRPr lang="en-US" sz="15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5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</a:t>
            </a:r>
            <a:pPr indent="0" marL="0">
              <a:lnSpc>
                <a:spcPts val="2600"/>
              </a:lnSpc>
              <a:buNone/>
            </a:pPr>
            <a:r>
              <a:rPr lang="en-US" sz="1550" dirty="0">
                <a:solidFill>
                  <a:srgbClr val="FFFFFF"/>
                </a:solidFill>
              </a:rPr>
              <a:t> = a sentence built from that alphabet (what is chosen)   evolved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letters are fixed, yet you can write infinitely many sentences. Under the same whitelist, different policies (which subset, what order, sampling, k, truncation) feed wildly different context downstream.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11109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ceiling is the dataset</a:t>
            </a:r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(only user / item / review — three tables), not the whitelist, which merely mirrors the data boundary.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src/tools/retrieval_executor.py:29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ALLOWED_QUERIES (alphabet)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:33-37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DEFAULT_POLICY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:53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normalize_policy (compose sentence)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Wiring: data_retriever from “caller” to “extractor”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[has tool]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LLM calls wrapper ×4 (text format)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assembles a summary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the LLM — the crash-prone kind.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CADCFC"/>
                </a:solidFill>
              </a:rPr>
              <a:t>executor: deterministic retrieval (pre-crew)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 ↓ retrieved_context injected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[no tool]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 ↓ just extracts {retrieved_context}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pure-text task — can’t crash on tool calling.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src/flows/serving_flow.py:85-93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execute_policy → inject retrieved_context ｜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simulation_crew.py:42-50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data_retriever has no tools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L2: let evolution invent tools — a four-gate sandbox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fixed (3 tables) → a “new tool” = bounded feature engineering, not unbounded code generation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834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25786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safety scan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30358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import / open / exec / dunder escapes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23774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2834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0" y="25786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check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40880" y="30358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tool_* + (kit, user_id, item_id)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41788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trial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46360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timeout; bad tools silently dropped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72200" y="39776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28232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40880" y="41788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 &amp; register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0" y="46360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the tool description the agent sees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71500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ReadOnlyKit  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only get_user / get_item / get_reviews — everything funnels to read-only data; no filesystem / network / ground truth.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src/tools/tool_loader.py:77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ast_safety_scan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:106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signature_ok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:120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trial_run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_wrap_as_crewai_tool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:60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ReadOnlyKit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docstring co-evolution + tools at the “decision point”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docstring co-evolution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docstring quality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agent calls / doesn’t call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info enters reasoning or not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combined_score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OpenEvolve selection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gene survives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5212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tool’s “discoverability” is under evolutionary pressure too.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3492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Mounted on psychological_analyst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data point → decision point → output point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Tools go where judgment happens.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365760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data_retriever?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reintroduce the crash risk L1 just removed · muddy responsibilities · too early (no analysis context yet)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src/tools/tool_loader.py:156-177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_wrap_as_crewai_tool (docstring→description)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simulation_crew.py:53-62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analyst tools=_load_analyst_tools()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TRUST MECHANISMS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 Train / Val split: the overfitting mirror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“memorizes the answers” — specializes to those train tasks without generalizing. A disjoint holdout catches it.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29184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Overfit (false champion)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gap 0.50 → 🚨 alarm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29184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Generalizes (trustworthy)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gap 0.03 → ✅ really learned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verified,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openevolve_evaluator.py:83-84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OPENEVOLVE_TASK_DIR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scripts/validate_holdout.py:25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switch to holdout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create_sampled_dataset.py:8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disjoint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TRUST MECHANISMS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#6 MAP-Elites custom dimensions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combined_score squashes two extreme specialists to a mediocre middle. Use the two sub-metrics as diversity dimensions instead.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decides who wins (fitness)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only sets coordinates (diversity)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elites across the trade-off frontier and breeds hybrids.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config/openevolve_config.yaml:85-88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feature_dimensions (8×8)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openevolve_evaluator.py:47-59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_result(extra_metrics) · </a:t>
            </a:r>
            <a:pPr indent="0" marL="0">
              <a:buNone/>
            </a:pPr>
            <a:r>
              <a:rPr lang="en-US" sz="900" u="sng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:174-177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ENGINEERING LESSONS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real bugs, one maxim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Bug #1 — __import__ in the restricted sandbox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__import__ broke even the whitelisted `import statistics`. Defense in depth must leave a “safe door”.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49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Bug #2 — @tool needs a docstring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combined_score=0.8452 looked perfect, but agent.tools == [] — the tools never attached.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111099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43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A healthy score ≠ correct behavior ”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868680" y="5074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disguises “tools never attached” as “score looks fine”. Verify the feature itself (the tools list), not just the score.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tool_loader.py:139-146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_safe_import (bug#1)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:156-177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docstring transfer (bug#2) ·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simulation_crew.py:21-30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graceful [] hides the failure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vs after L1 wiring: the stability shift</a:t>
            </a:r>
            <a:endParaRPr lang="en-US" sz="2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10996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703320"/>
                <a:gridCol w="37033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Before (earlier run)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After L1 wiring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calls per task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~7 (incl. ReAct round-trips)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~3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tool-calling crashes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many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tool_use coverage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unstable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stable 1.0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rate limit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 times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greatly reduced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521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runs: 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v1 best 0.79 · earlier run best 0.64 (rate-limit hit) · L1 validation 0.78 · 46 unit tests all green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§12.4 (before/after) · §12.3 (evolution-run history)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picture + key takeaways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57600" cy="429768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Taxonomy progress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L0  observability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L1  clamp + wiring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#7  Train-Val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#6  MAP-Elites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L2  tool generation</a:t>
            </a:r>
            <a:endParaRPr lang="en-US" sz="135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⬜ Tier C  RagTool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08483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57800" y="182880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can design agents, but must be stopped from breaking itself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34840" y="292608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318211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257800" y="292608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Protocol/policy split + graceful degradation = safely-evolvable terrain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434840" y="402336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427939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7800" y="402336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Auto-optimization needs trust mechanisms (holdout, MAP-Elites) to avoid self-deception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434840" y="512064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537667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5376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257800" y="512064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score ≠ correct behavior; don’t trust docs, read the source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§11 (progress &amp; PRs) · §12.7 (full-architecture data: baseline 0.72 → best 0.842)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  </a:t>
            </a:r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github.com/yuchieh/AgentSocietyChallenge_OpenEvolve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  </a:t>
            </a:r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docs/evolution_design_notes.md · docs/student_integration_guide.md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tests/test_retrieval_executor.py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pPr indent="0" marL="0">
              <a:buNone/>
            </a:pPr>
            <a:r>
              <a:rPr lang="en-US" sz="900" u="sng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tests/test_tool_loader.py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(46 green) · docs/evolution_design_notes.md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Evolving an LLM Agent Crew with OpenEvolve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2026-06-16T00:28:30Z</dcterms:created>
  <dcterms:modified xsi:type="dcterms:W3CDTF">2026-06-16T00:28:30Z</dcterms:modified>
</cp:coreProperties>
</file>