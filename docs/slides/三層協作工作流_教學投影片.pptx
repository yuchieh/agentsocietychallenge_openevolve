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× CLAUDE CODE × OPENEVOLVE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 AI 協作工作流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 AI 也在指揮另一個 AI——我如何把自主性一層層往下委派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47548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2044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47548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47548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一場關於「人 + AI + 進化」安全協作的分享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一個不尋常的協作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這個專案裡，有三個「智能體」在協作——不是一個人用一個工具。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1099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154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想一個問題：</a:t>
            </a:r>
            <a:endParaRPr lang="en-US" sz="2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你用 AI 時，是「你 + 工具」，</a:t>
            </a:r>
            <a:pPr indent="0" marL="0">
              <a:lnSpc>
                <a:spcPts val="38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還是「你 + 一個會自己做決定的夥伴」？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這場分享，是後者——而且夥伴還帶著它自己的夥伴。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議程與學習目標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協作架構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三層嵌套 · 自主 vs 護欄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角色職責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/ Claude / OpenEvolve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五個協作模式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可遷移到你的專案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高潮案例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的誕生與之後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什麼該誰做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1540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結語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帶走一套工作流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8006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我想帶給你的　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認識多層 AI 協作架構 · 學會配置「自主 vs 護欄」· 帶走 5 個協作模式 · 一條判準：什麼我做、什麼交給 AI、什麼交給進化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三個角色登場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本場講者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設方向 · 做決策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提問 · 把關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我的實作夥伴（AI）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99432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· 驗證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 · 誠實報告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93024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的 LLM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21624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駕馭的探索者（AI）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21624" y="3383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自主突變 · 發明工具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探索進化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關鍵：後兩者都是 AI，但角色完全不同；我站在最外層指揮。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三層嵌套：委派自主性的鏈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24612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意圖 / 決策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27432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 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377440"/>
            <a:ext cx="324612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/ 判斷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27432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指揮 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377440"/>
            <a:ext cx="324612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7889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LLM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41080" y="33832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自主探索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自主程度越往右越高　|　護欄也要越往右越強 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這不是「我用工具」，是「我把自主性一層層往下委派」的三層鏈。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× OpenEvolve：架構師 vs 探勘者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78308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178308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Claude＝架構師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有意圖的設計 · 知道「為什麼」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少量 · 高槓桿 · 可解釋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178308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109728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OpenEvolve＝探勘者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無意圖的突變 + 篩選 · 只知「是什麼」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 · 低槓桿 · 靠數量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設計搜尋空間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可進化範圍 + 護欄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8587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4348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大規模探索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· 8 次崩潰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449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3210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分析與調整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03920" y="4617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 → 改框架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下一輪：用發現調整搜尋空間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不是誰比較強，是不同物種、各補一塊——Claude 會精準設計但不會盲搜，OpenEvolve 會盲搜但不懂自己找到了什麼。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每層的「自主 vs 護欄」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層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自主做什麼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護欄是什麼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E9E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我（Human）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最終決策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自己的判斷、領域知識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3A5BA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實作 + 分析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我的 review、git PR flow、誠實回報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E8A3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OpenEvolve LLM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突變 + 發明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Taxonomy（clamp / sandbox）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109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金句：我越是放手讓它自主，越要先建好「最壞只是退化、不是崩潰」的護欄。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協作架構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協作循環：每個 PR、每個實驗都走一遍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92624" y="180594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92624" y="1805940"/>
            <a:ext cx="91440" cy="7772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5157216" y="18059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我的意圖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27726" y="2974834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27726" y="2974834"/>
            <a:ext cx="91440" cy="7772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8592318" y="297483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實作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115634" y="4866146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15634" y="4866146"/>
            <a:ext cx="91440" cy="7772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3" name="Text 11"/>
          <p:cNvSpPr/>
          <p:nvPr/>
        </p:nvSpPr>
        <p:spPr>
          <a:xfrm>
            <a:off x="7280226" y="4866146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驗證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869614" y="4866146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69614" y="4866146"/>
            <a:ext cx="91440" cy="7772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6" name="Text 14"/>
          <p:cNvSpPr/>
          <p:nvPr/>
        </p:nvSpPr>
        <p:spPr>
          <a:xfrm>
            <a:off x="3034206" y="4866146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誠實報告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557522" y="2974834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557522" y="2974834"/>
            <a:ext cx="91440" cy="7772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1722114" y="2974834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我決策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541264" y="32918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5175504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（下一輪意圖）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為什麼這個架構值得學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越來越會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「使用其他 AI / 工具」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協作不再是單層。我想用這個專案示範：如何安全地把自主性一層層往下委派。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角色職責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我的角色：方向盤與煞車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設方向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0480" y="1783080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「優化 agent crew 的各個面向」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974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974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做不可逆決策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40480" y="2697480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要不要 merge、跑哪個實驗、改不改系統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118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118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提問挑戰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3611880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用問題驅動設計深化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5262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262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把關流程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840480" y="4526280"/>
            <a:ext cx="7680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堅持 git PR flow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真實例子：我堅持「main 只接受 PR」——有次 Claude 忘了開分支，被我當場糾正、立刻改回。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角色職責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的角色：實作與判斷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92808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把我的意圖轉成程式碼 + 測試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42616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32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讀原始碼「驗證」——不盡信文件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392424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826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跑實驗、分析數據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142232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325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誠實報告——主動揭露 bug 與限制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823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維護文件 / PR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1099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真實例子：Claude 讀 OpenEvolve 原始碼，發現「EVOLVE-BLOCK 恰好一個」其實是建議、不是硬限制。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角色職責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的角色：自主探索者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Claude 搭的安全框架內 </a:t>
            </a:r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自主突變</a:t>
            </a:r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 prompt；發明新工具、探索進化路徑。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109960" cy="21945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743200"/>
            <a:ext cx="109728" cy="2194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26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真實例子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它自己進化出「按 user_std 切 4 段的評分預測公式」——沒人教它，連我和 Claude 都沒寫過。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它能「找到」，但它不知道自己找到了什麼——這正是探勘者與架構師的分界。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角色職責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三者互補，缺一不可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109728" cy="10972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只有我（Human）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沒時間 / 精力做完所有實作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109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200400"/>
            <a:ext cx="109728" cy="109728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只有 Claude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缺方向與最終判斷、會做出不可逆錯誤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11109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48056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80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只有 OpenEvolve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4480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會把自己改崩潰（v3 的 36% 失敗）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三層各補一塊——缺了我這一層，就沒方向。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1：提問深化設計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1148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我問的好問題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「怎麼讓 agent 安全地進化、用不同工具、甚至創造新工具，而不會在 tool calling 上崩潰？」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我問的不是「幫我修 bug」，而是一個往深處逼的設計問題。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逼出來的好答案：失敗分類學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Claude 沒直接寫 try/except，而是先分層：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協定 · L2 參數 · L3 策略 · L4 消化 · L5 合約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→ 安全憲法：graceful degradation, not crash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→ 落地：L0 觀測 + L1 clamp + L2 sandbox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成果　</a:t>
            </a:r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工具崩潰率 v3 的 36% → 0 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好問題的價值高於好答案——是我「往深處問」，把一個隨手的修補逼成可遷移的分層框架。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2：誠實回報，主動抓 bug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31089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看似完美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</a:t>
            </a:r>
            <a:endParaRPr lang="en-US" sz="1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0.8452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分數漂亮，沒人會起疑。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40680" cy="31089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主動驗證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3272E"/>
                </a:solidFill>
              </a:rPr>
              <a:t>直接查 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agent.tools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3272E"/>
                </a:solidFill>
              </a:rPr>
              <a:t> → 發現是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3272E"/>
                </a:solidFill>
              </a:rPr>
              <a:t>工具根本沒裝上！揭露 + 補回歸測試。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1099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52120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分數健康 ≠ 功能正確 ”　AI 的誠實性，是協作的地基。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3：我把關不可逆操作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先問我，再做——不擅自執行不可逆動作。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5176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PR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6517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65176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跑 4 小時實驗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26517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265176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4904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改系統設定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37490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374904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749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建新 GitHub repo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38160" y="37490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374904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3749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裝 LibreOffice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真實例子：建新 repo、裝 LibreOffice 前，Claude 都先問我確認。把關「不可逆」是我這一層的核心職責。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4：人機知識互補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20040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我補 Claude 的盲點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不知道「我的 Mac 闔蓋會中斷背景進程」——這是物理 / 環境世界的知識。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40680" cy="32004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補我的盲點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我一提醒，Claude 就解釋 caffeinate 機制、幫我設定（防系統睡眠但讓螢幕休息）——這是工具細節。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我的「環境知識」× Claude 的「工具細節」——兩種知識互補，缺一進化就跑不完。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5：分層委派自主（最核心）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我請 Claude 為 OpenEvolve 搭安全框架（L0/L1/L2 Failure Taxonomy）——框架到位，我才敢放手。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440680" cy="26517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沒框架（v3）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iteration 崩潰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440680" cy="26517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完整架構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次工具呼叫崩潰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我委派自主性的前提，是先建好「最壞只是退化」的護欄。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協作模式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五個模式 · 一頁回顧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提問深化設計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我的開放問題 → 失敗分類學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633472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63347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誠實回報抓 bug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633472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agent.tools == [] 被主動揭露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529584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我把關不可逆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529584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brew / 建 repo 先問再做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581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425696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人機知識互補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4425696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我的環境知識 × Claude 的工具細節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321808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77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32180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分層委派自主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5321808"/>
            <a:ext cx="6675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先搭護欄，才放手讓它進化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哪一個模式，你明天就能用在自己的專案？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高潮案例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三層協作，跑出一個進化產物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決定用完整架構跑 50 iter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caffeinate 讓它整夜跑完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920240"/>
            <a:ext cx="35204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搭好 L0/L1/L2 框架、啟動進化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脫離 harness、分析數據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93024" y="1920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1920240"/>
            <a:ext cx="352044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421624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1624" y="26974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自主進化出 iter22 的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「量化分段公式」（0.842）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109960" cy="173736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 公式（節錄）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user_std &lt; 0.7:  predicted = user_mean + 0.55·(item_mean − user_mean)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&lt; 1.0: +0.45·…   elif &lt; 1.3: +0.30·…   else: user_median + 0.20·…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 [1,5] · round 0.5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是三層協作的湧現產物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49040" y="21945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不會手寫那套公式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3383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不會自己想到那個公式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45720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沒框架會把自己改崩潰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沒有任何一層能單獨做到。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高潮案例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真正深刻的地方：iter22「之後」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我請 Claude 追了 iter22 (de559de9) 的所有衍生子代——結論：之後再沒有更好的後代。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1109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109728" cy="8412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over-engineering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377440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段公式 → 5、6 段，加更多參數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109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337560"/>
            <a:ext cx="109728" cy="8412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3756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分項此消彼長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3337560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微幅波動，review_generation 反而退化 → 分數停滯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109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97680"/>
            <a:ext cx="109728" cy="8412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9768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三島趨同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4297680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把 iter22 基因散到 3 島 → 多樣性塌掉，整族卡同一山頭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1099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3492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給我的診斷：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是局部最優。OpenEvolve 能「找到」它，但「為什麼停在這、怎麼跳出去」是探勘者結構上做不到的——它沒有「局部最優」這個概念。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高潮案例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連「失敗」也是協作的洞察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次低分崩潰 → 我請 Claude 爬梳資料歸因：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40680" cy="21945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次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YAML 語法壞掉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（full-rewrite 風險，繞過 clamp）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217920" y="2743200"/>
            <a:ext cx="5440680" cy="21945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次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rate limit 429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（NVIDIA NIM 限流）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協作不只產出成功，也共同理解失敗——成功與失敗，都是我們三層一起讀懂的。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反思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什麼該誰做？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我（Human）親自做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 · 價值判斷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不可逆決策 · 領域/物理知識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交給 Claude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 · 驗證 · 分析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 · 誠實回報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93024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交給進化（OpenEvolve）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94192" y="3108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安全框架內的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大規模探索與發明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我用三條判準分工：可逆性 · 是否需要價值判斷 · 搜尋空間大小。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反思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協作正在變成多層——學會「委派自主性」是新技能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每往下一層，護欄要越強（最壞只是退化，不是崩潰）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931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誠實回報 + 人類把關不可逆 = 協作的安全地基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109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52120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好問題驅動好設計；連失敗都能共同理解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回到開場：你的 AI 是工具，還是夥伴？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謝謝 · Q &amp; 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這個專案的真正產物，不只是 0.842 的 agent——</a:t>
            </a:r>
            <a:endParaRPr lang="en-US" sz="2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1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而是我帶走的一套「人 + AI + 進化」安全協作工作流。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3A5BA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　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docs/collaboration_workflow_outline.md · docs/evolution_design_notes.md · docs/teaching_slides_outline.md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三層 AI 協作工作流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2026-06-15T05:55:08Z</dcterms:created>
  <dcterms:modified xsi:type="dcterms:W3CDTF">2026-06-15T05:55:08Z</dcterms:modified>
</cp:coreProperties>
</file>